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8edf3f7f014ef7" /><Relationship Type="http://schemas.openxmlformats.org/officeDocument/2006/relationships/extended-properties" Target="/docProps/app.xml" Id="R38b6b6709a45493f" /><Relationship Type="http://schemas.openxmlformats.org/officeDocument/2006/relationships/officeDocument" Target="/ppt/presentation.xml" Id="Rede5080ef10842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ee0fd7d6664fb1"/>
  </p:sldMasterIdLst>
  <p:notesMasterIdLst>
    <p:notesMasterId xmlns:r="http://schemas.openxmlformats.org/officeDocument/2006/relationships" r:id="R2e03efb5dccc40d2"/>
  </p:notesMasterIdLst>
  <p:sldIdLst>
    <p:sldId xmlns:r="http://schemas.openxmlformats.org/officeDocument/2006/relationships" id="256" r:id="R23d731f366d1428a"/>
    <p:sldId xmlns:r="http://schemas.openxmlformats.org/officeDocument/2006/relationships" id="257" r:id="Rb7c04653afda402b"/>
    <p:sldId xmlns:r="http://schemas.openxmlformats.org/officeDocument/2006/relationships" id="258" r:id="R393d4f7c971f45f3"/>
    <p:sldId xmlns:r="http://schemas.openxmlformats.org/officeDocument/2006/relationships" id="259" r:id="Rb36217a544a041f7"/>
    <p:sldId xmlns:r="http://schemas.openxmlformats.org/officeDocument/2006/relationships" id="260" r:id="R95578b9c040c4666"/>
    <p:sldId xmlns:r="http://schemas.openxmlformats.org/officeDocument/2006/relationships" id="261" r:id="R281a522c30c14b91"/>
    <p:sldId xmlns:r="http://schemas.openxmlformats.org/officeDocument/2006/relationships" id="262" r:id="R5ec8fa947c984abc"/>
    <p:sldId xmlns:r="http://schemas.openxmlformats.org/officeDocument/2006/relationships" id="263" r:id="Rf91b0961059649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15cb7434344ce0" /><Relationship Type="http://schemas.openxmlformats.org/officeDocument/2006/relationships/slideMaster" Target="/ppt/slideMasters/slideMaster1.xml" Id="R2aee0fd7d6664fb1" /><Relationship Type="http://schemas.openxmlformats.org/officeDocument/2006/relationships/notesMaster" Target="/ppt/notesMasters/notesMaster1.xml" Id="R2e03efb5dccc40d2" /><Relationship Type="http://schemas.openxmlformats.org/officeDocument/2006/relationships/presProps" Target="/ppt/presProps.xml" Id="R152dcf85cf754263" /><Relationship Type="http://schemas.openxmlformats.org/officeDocument/2006/relationships/tableStyles" Target="/ppt/tableStyles.xml" Id="R2def577d2c7b4a95" /><Relationship Type="http://schemas.openxmlformats.org/officeDocument/2006/relationships/slide" Target="/ppt/slides/slide1.xml" Id="R23d731f366d1428a" /><Relationship Type="http://schemas.openxmlformats.org/officeDocument/2006/relationships/slide" Target="/ppt/slides/slide2.xml" Id="Rb7c04653afda402b" /><Relationship Type="http://schemas.openxmlformats.org/officeDocument/2006/relationships/slide" Target="/ppt/slides/slide3.xml" Id="R393d4f7c971f45f3" /><Relationship Type="http://schemas.openxmlformats.org/officeDocument/2006/relationships/slide" Target="/ppt/slides/slide4.xml" Id="Rb36217a544a041f7" /><Relationship Type="http://schemas.openxmlformats.org/officeDocument/2006/relationships/slide" Target="/ppt/slides/slide5.xml" Id="R95578b9c040c4666" /><Relationship Type="http://schemas.openxmlformats.org/officeDocument/2006/relationships/slide" Target="/ppt/slides/slide6.xml" Id="R281a522c30c14b91" /><Relationship Type="http://schemas.openxmlformats.org/officeDocument/2006/relationships/slide" Target="/ppt/slides/slide7.xml" Id="R5ec8fa947c984abc" /><Relationship Type="http://schemas.openxmlformats.org/officeDocument/2006/relationships/slide" Target="/ppt/slides/slide8.xml" Id="Rf91b0961059649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0445427acc47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2b237837b24cee" /><Relationship Type="http://schemas.openxmlformats.org/officeDocument/2006/relationships/notesMaster" Target="/ppt/notesMasters/notesMaster1.xml" Id="Rcc5ad306f92c4e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a67d9212a84383" /><Relationship Type="http://schemas.openxmlformats.org/officeDocument/2006/relationships/notesMaster" Target="/ppt/notesMasters/notesMaster1.xml" Id="Rca5d37642b744e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2d0103e94f4d73" /><Relationship Type="http://schemas.openxmlformats.org/officeDocument/2006/relationships/notesMaster" Target="/ppt/notesMasters/notesMaster1.xml" Id="R3baa20fad84e46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34fa45cf304fcb" /><Relationship Type="http://schemas.openxmlformats.org/officeDocument/2006/relationships/notesMaster" Target="/ppt/notesMasters/notesMaster1.xml" Id="Rdcf7408857e847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f65dee77ff4aa2" /><Relationship Type="http://schemas.openxmlformats.org/officeDocument/2006/relationships/notesMaster" Target="/ppt/notesMasters/notesMaster1.xml" Id="R23af202f24c144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70b6971f554fcb" /><Relationship Type="http://schemas.openxmlformats.org/officeDocument/2006/relationships/notesMaster" Target="/ppt/notesMasters/notesMaster1.xml" Id="Rb390b5ac99114d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040c50bc01466b" /><Relationship Type="http://schemas.openxmlformats.org/officeDocument/2006/relationships/notesMaster" Target="/ppt/notesMasters/notesMaster1.xml" Id="R36dea0c63f1544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0f8e8d5f5b4c59" /><Relationship Type="http://schemas.openxmlformats.org/officeDocument/2006/relationships/notesMaster" Target="/ppt/notesMasters/notesMaster1.xml" Id="R795948bc848143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33f5b4f0ff4b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3eaf0c0a5445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b4cd952f34d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554d83d89645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9224bf9f449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1d201b855e44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873447-46AD-45CD-8E51-2A05C11CD0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C7DA32D-B7EC-4DFC-B4EF-2D59E8FAC5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1A4CD5-8C49-44F8-BBBB-81301F94D9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B8EE21-6D8B-4207-A0B0-F03E178C4D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9B6AEEB-2509-4A3E-9640-41D104D30C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B412BD-5F8E-4FE7-BDBC-A47C06979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6E2ACB-C20B-4EC0-977C-040A4FDFBC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2F0BA6-7B97-4D58-A324-14032BE55C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94FBA8-B1F5-42D8-B92E-9D3A7FFD3C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7B828B-A716-4910-AF37-D49D9845F8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3bd2fffc604dea" /><Relationship Type="http://schemas.openxmlformats.org/officeDocument/2006/relationships/slideLayout" Target="/ppt/slideLayouts/slideLayout1.xml" Id="R26582bf7be4d46e6" /><Relationship Type="http://schemas.openxmlformats.org/officeDocument/2006/relationships/slideLayout" Target="/ppt/slideLayouts/slideLayout2.xml" Id="R1754517398494cfa" /><Relationship Type="http://schemas.openxmlformats.org/officeDocument/2006/relationships/slideLayout" Target="/ppt/slideLayouts/slideLayout3.xml" Id="R31ae8b6a4b764d45" /><Relationship Type="http://schemas.openxmlformats.org/officeDocument/2006/relationships/slideLayout" Target="/ppt/slideLayouts/slideLayout4.xml" Id="R493c8b70100248c7" /><Relationship Type="http://schemas.openxmlformats.org/officeDocument/2006/relationships/slideLayout" Target="/ppt/slideLayouts/slideLayout5.xml" Id="Rb52ec7e6cc9143d6" /><Relationship Type="http://schemas.openxmlformats.org/officeDocument/2006/relationships/slideLayout" Target="/ppt/slideLayouts/slideLayout6.xml" Id="Rbb401b48b5de47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582bf7be4d46e6"/>
    <p:sldLayoutId xmlns:r="http://schemas.openxmlformats.org/officeDocument/2006/relationships" id="2147483650" r:id="R1754517398494cfa"/>
    <p:sldLayoutId xmlns:r="http://schemas.openxmlformats.org/officeDocument/2006/relationships" id="2147483651" r:id="R31ae8b6a4b764d45"/>
    <p:sldLayoutId xmlns:r="http://schemas.openxmlformats.org/officeDocument/2006/relationships" id="2147483652" r:id="R493c8b70100248c7"/>
    <p:sldLayoutId xmlns:r="http://schemas.openxmlformats.org/officeDocument/2006/relationships" id="2147483653" r:id="Rb52ec7e6cc9143d6"/>
    <p:sldLayoutId xmlns:r="http://schemas.openxmlformats.org/officeDocument/2006/relationships" id="2147483654" r:id="Rbb401b48b5de47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2c8a4e51744fcc" /><Relationship Type="http://schemas.openxmlformats.org/officeDocument/2006/relationships/notesSlide" Target="/ppt/notesSlides/notesSlide1.xml" Id="R0c9911ecccbf48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50e4912de647bf" /><Relationship Type="http://schemas.openxmlformats.org/officeDocument/2006/relationships/notesSlide" Target="/ppt/notesSlides/notesSlide2.xml" Id="R50221e1023ea4d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808de861cd43fb" /><Relationship Type="http://schemas.openxmlformats.org/officeDocument/2006/relationships/notesSlide" Target="/ppt/notesSlides/notesSlide3.xml" Id="R8f334a00d5ed43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50936b76244c24" /><Relationship Type="http://schemas.openxmlformats.org/officeDocument/2006/relationships/notesSlide" Target="/ppt/notesSlides/notesSlide4.xml" Id="R5f8121523a244f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3bc5945984476a" /><Relationship Type="http://schemas.openxmlformats.org/officeDocument/2006/relationships/notesSlide" Target="/ppt/notesSlides/notesSlide5.xml" Id="Rebd25b35a9b64b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81ab640ed543e0" /><Relationship Type="http://schemas.openxmlformats.org/officeDocument/2006/relationships/notesSlide" Target="/ppt/notesSlides/notesSlide6.xml" Id="Ra0e2c66bcc9a40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9fd9706c2d436e" /><Relationship Type="http://schemas.openxmlformats.org/officeDocument/2006/relationships/notesSlide" Target="/ppt/notesSlides/notesSlide7.xml" Id="R457b754287e94b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54f65dc564801" /><Relationship Type="http://schemas.openxmlformats.org/officeDocument/2006/relationships/notesSlide" Target="/ppt/notesSlides/notesSlide8.xml" Id="Rd0be0a982e954a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DD38F-B49C-4473-A0E4-8B7B2646D63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8763000" y="4191000"/>
            <a:ext cx="1381125" cy="96202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F2631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58C9A-6C2E-440B-AEFA-F53B431CF36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763000" y="1724025"/>
            <a:ext cx="1381125" cy="96202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4FB98A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73B92-5FDF-4091-8084-AEC63A59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247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B98A"/>
          </a:solidFill>
          <a:ln xmlns:a="http://schemas.openxmlformats.org/drawingml/2006/main" w="9525">
            <a:solidFill>
              <a:srgbClr val="4FB9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A9BEC-2DAB-48AA-ABC0-06B5A9E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16130F"/>
                </a:solidFill>
              </a:defRPr>
            </a:defPPr>
            <a:lvl1pPr algn="ctr">
              <a:defRPr sz="900" b="1" i="0">
                <a:solidFill>
                  <a:srgbClr val="16130F"/>
                </a:solidFill>
              </a:defRPr>
            </a:lvl1pPr>
            <a:lvl2pPr algn="ctr">
              <a:defRPr sz="900" b="1" i="0">
                <a:solidFill>
                  <a:srgbClr val="16130F"/>
                </a:solidFill>
              </a:defRPr>
            </a:lvl2pPr>
            <a:lvl3pPr algn="ctr">
              <a:defRPr sz="900" b="1" i="0">
                <a:solidFill>
                  <a:srgbClr val="16130F"/>
                </a:solidFill>
              </a:defRPr>
            </a:lvl3pPr>
            <a:lvl4pPr algn="ctr">
              <a:defRPr sz="900" b="1" i="0">
                <a:solidFill>
                  <a:srgbClr val="16130F"/>
                </a:solidFill>
              </a:defRPr>
            </a:lvl4pPr>
            <a:lvl5pPr algn="ctr">
              <a:defRPr sz="900" b="1" i="0">
                <a:solidFill>
                  <a:srgbClr val="16130F"/>
                </a:solidFill>
              </a:defRPr>
            </a:lvl5pPr>
            <a:lvl6pPr algn="ctr">
              <a:defRPr sz="900" b="1" i="0">
                <a:solidFill>
                  <a:srgbClr val="16130F"/>
                </a:solidFill>
              </a:defRPr>
            </a:lvl6pPr>
            <a:lvl7pPr algn="ctr">
              <a:defRPr sz="900" b="1" i="0">
                <a:solidFill>
                  <a:srgbClr val="16130F"/>
                </a:solidFill>
              </a:defRPr>
            </a:lvl7pPr>
            <a:lvl8pPr algn="ctr">
              <a:defRPr sz="900" b="1" i="0">
                <a:solidFill>
                  <a:srgbClr val="16130F"/>
                </a:solidFill>
              </a:defRPr>
            </a:lvl8pPr>
            <a:lvl9pPr algn="ctr">
              <a:defRPr sz="90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16130F"/>
                </a:solidFill>
              </a:defRPr>
            </a:pPr>
            <a:r>
              <a:rPr sz="900" b="1" i="0">
                <a:solidFill>
                  <a:srgbClr val="16130F"/>
                </a:solidFill>
              </a:rPr>
              <a:t>CONTRATO SOROBAN · STELLAR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D4B4E-ECD0-47CF-BC7D-2611FC2D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 i="0">
                <a:solidFill>
                  <a:srgbClr val="FFFDF8"/>
                </a:solidFill>
              </a:defRPr>
            </a:defPPr>
            <a:lvl1pPr algn="l">
              <a:defRPr sz="3900" b="1" i="0">
                <a:solidFill>
                  <a:srgbClr val="FFFDF8"/>
                </a:solidFill>
              </a:defRPr>
            </a:lvl1pPr>
            <a:lvl2pPr algn="l">
              <a:defRPr sz="3900" b="1" i="0">
                <a:solidFill>
                  <a:srgbClr val="FFFDF8"/>
                </a:solidFill>
              </a:defRPr>
            </a:lvl2pPr>
            <a:lvl3pPr algn="l">
              <a:defRPr sz="3900" b="1" i="0">
                <a:solidFill>
                  <a:srgbClr val="FFFDF8"/>
                </a:solidFill>
              </a:defRPr>
            </a:lvl3pPr>
            <a:lvl4pPr algn="l">
              <a:defRPr sz="3900" b="1" i="0">
                <a:solidFill>
                  <a:srgbClr val="FFFDF8"/>
                </a:solidFill>
              </a:defRPr>
            </a:lvl4pPr>
            <a:lvl5pPr algn="l">
              <a:defRPr sz="3900" b="1" i="0">
                <a:solidFill>
                  <a:srgbClr val="FFFDF8"/>
                </a:solidFill>
              </a:defRPr>
            </a:lvl5pPr>
            <a:lvl6pPr algn="l">
              <a:defRPr sz="3900" b="1" i="0">
                <a:solidFill>
                  <a:srgbClr val="FFFDF8"/>
                </a:solidFill>
              </a:defRPr>
            </a:lvl6pPr>
            <a:lvl7pPr algn="l">
              <a:defRPr sz="3900" b="1" i="0">
                <a:solidFill>
                  <a:srgbClr val="FFFDF8"/>
                </a:solidFill>
              </a:defRPr>
            </a:lvl7pPr>
            <a:lvl8pPr algn="l">
              <a:defRPr sz="3900" b="1" i="0">
                <a:solidFill>
                  <a:srgbClr val="FFFDF8"/>
                </a:solidFill>
              </a:defRPr>
            </a:lvl8pPr>
            <a:lvl9pPr algn="l">
              <a:defRPr sz="39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l">
              <a:defRPr sz="3900" b="1" i="0">
                <a:solidFill>
                  <a:srgbClr val="FFFDF8"/>
                </a:solidFill>
              </a:defRPr>
            </a:pPr>
            <a:r>
              <a:rPr sz="3900" b="1" i="0">
                <a:solidFill>
                  <a:srgbClr val="FFFDF8"/>
                </a:solidFill>
              </a:rPr>
              <a:t>Escrow MicoPay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E9F84-2AA3-4901-8FE3-454B1FC4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 i="0">
                <a:solidFill>
                  <a:srgbClr val="D9D3C7"/>
                </a:solidFill>
              </a:defRPr>
            </a:defPPr>
            <a:lvl1pPr algn="l">
              <a:defRPr sz="1800" b="0" i="0">
                <a:solidFill>
                  <a:srgbClr val="D9D3C7"/>
                </a:solidFill>
              </a:defRPr>
            </a:lvl1pPr>
            <a:lvl2pPr algn="l">
              <a:defRPr sz="1800" b="0" i="0">
                <a:solidFill>
                  <a:srgbClr val="D9D3C7"/>
                </a:solidFill>
              </a:defRPr>
            </a:lvl2pPr>
            <a:lvl3pPr algn="l">
              <a:defRPr sz="1800" b="0" i="0">
                <a:solidFill>
                  <a:srgbClr val="D9D3C7"/>
                </a:solidFill>
              </a:defRPr>
            </a:lvl3pPr>
            <a:lvl4pPr algn="l">
              <a:defRPr sz="1800" b="0" i="0">
                <a:solidFill>
                  <a:srgbClr val="D9D3C7"/>
                </a:solidFill>
              </a:defRPr>
            </a:lvl4pPr>
            <a:lvl5pPr algn="l">
              <a:defRPr sz="1800" b="0" i="0">
                <a:solidFill>
                  <a:srgbClr val="D9D3C7"/>
                </a:solidFill>
              </a:defRPr>
            </a:lvl5pPr>
            <a:lvl6pPr algn="l">
              <a:defRPr sz="1800" b="0" i="0">
                <a:solidFill>
                  <a:srgbClr val="D9D3C7"/>
                </a:solidFill>
              </a:defRPr>
            </a:lvl6pPr>
            <a:lvl7pPr algn="l">
              <a:defRPr sz="1800" b="0" i="0">
                <a:solidFill>
                  <a:srgbClr val="D9D3C7"/>
                </a:solidFill>
              </a:defRPr>
            </a:lvl7pPr>
            <a:lvl8pPr algn="l">
              <a:defRPr sz="1800" b="0" i="0">
                <a:solidFill>
                  <a:srgbClr val="D9D3C7"/>
                </a:solidFill>
              </a:defRPr>
            </a:lvl8pPr>
            <a:lvl9pPr algn="l">
              <a:defRPr sz="1800" b="0" i="0">
                <a:solidFill>
                  <a:srgbClr val="D9D3C7"/>
                </a:solidFill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D9D3C7"/>
                </a:solidFill>
              </a:defRPr>
            </a:pPr>
            <a:r>
              <a:rPr sz="1800" b="0" i="0">
                <a:solidFill>
                  <a:srgbClr val="D9D3C7"/>
                </a:solidFill>
              </a:rPr>
              <a:t>Protección para retiros de efectivo sin custodiar llaves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D6DBA-33D1-417F-862D-0149F22D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047750"/>
            <a:ext cx="1885950" cy="135255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0F4A33"/>
          </a:solidFill>
          <a:ln xmlns:a="http://schemas.openxmlformats.org/drawingml/2006/main" w="14288">
            <a:solidFill>
              <a:srgbClr val="4FB9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522FC-62FC-4580-A6F0-CDC94414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811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 i="0">
                <a:solidFill>
                  <a:srgbClr val="FFFDF8"/>
                </a:solidFill>
              </a:defRPr>
            </a:defPPr>
            <a:lvl1pPr algn="ctr">
              <a:defRPr sz="1350" b="1" i="0">
                <a:solidFill>
                  <a:srgbClr val="FFFDF8"/>
                </a:solidFill>
              </a:defRPr>
            </a:lvl1pPr>
            <a:lvl2pPr algn="ctr">
              <a:defRPr sz="1350" b="1" i="0">
                <a:solidFill>
                  <a:srgbClr val="FFFDF8"/>
                </a:solidFill>
              </a:defRPr>
            </a:lvl2pPr>
            <a:lvl3pPr algn="ctr">
              <a:defRPr sz="1350" b="1" i="0">
                <a:solidFill>
                  <a:srgbClr val="FFFDF8"/>
                </a:solidFill>
              </a:defRPr>
            </a:lvl3pPr>
            <a:lvl4pPr algn="ctr">
              <a:defRPr sz="1350" b="1" i="0">
                <a:solidFill>
                  <a:srgbClr val="FFFDF8"/>
                </a:solidFill>
              </a:defRPr>
            </a:lvl4pPr>
            <a:lvl5pPr algn="ctr">
              <a:defRPr sz="1350" b="1" i="0">
                <a:solidFill>
                  <a:srgbClr val="FFFDF8"/>
                </a:solidFill>
              </a:defRPr>
            </a:lvl5pPr>
            <a:lvl6pPr algn="ctr">
              <a:defRPr sz="1350" b="1" i="0">
                <a:solidFill>
                  <a:srgbClr val="FFFDF8"/>
                </a:solidFill>
              </a:defRPr>
            </a:lvl6pPr>
            <a:lvl7pPr algn="ctr">
              <a:defRPr sz="1350" b="1" i="0">
                <a:solidFill>
                  <a:srgbClr val="FFFDF8"/>
                </a:solidFill>
              </a:defRPr>
            </a:lvl7pPr>
            <a:lvl8pPr algn="ctr">
              <a:defRPr sz="1350" b="1" i="0">
                <a:solidFill>
                  <a:srgbClr val="FFFDF8"/>
                </a:solidFill>
              </a:defRPr>
            </a:lvl8pPr>
            <a:lvl9pPr algn="ctr">
              <a:defRPr sz="135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1350" b="1" i="0">
                <a:solidFill>
                  <a:srgbClr val="FFFDF8"/>
                </a:solidFill>
              </a:defRPr>
            </a:pPr>
            <a:r>
              <a:rPr sz="1350" b="1" i="0">
                <a:solidFill>
                  <a:srgbClr val="FFFDF8"/>
                </a:solidFill>
              </a:rPr>
              <a:t>ACTIVO DIGITAL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31CB5-3CD1-49AC-893D-66133667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43050"/>
            <a:ext cx="1543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 i="0">
                <a:solidFill>
                  <a:srgbClr val="CDE8DA"/>
                </a:solidFill>
              </a:defRPr>
            </a:defPPr>
            <a:lvl1pPr algn="ctr">
              <a:defRPr sz="1200" b="0" i="0">
                <a:solidFill>
                  <a:srgbClr val="CDE8DA"/>
                </a:solidFill>
              </a:defRPr>
            </a:lvl1pPr>
            <a:lvl2pPr algn="ctr">
              <a:defRPr sz="1200" b="0" i="0">
                <a:solidFill>
                  <a:srgbClr val="CDE8DA"/>
                </a:solidFill>
              </a:defRPr>
            </a:lvl2pPr>
            <a:lvl3pPr algn="ctr">
              <a:defRPr sz="1200" b="0" i="0">
                <a:solidFill>
                  <a:srgbClr val="CDE8DA"/>
                </a:solidFill>
              </a:defRPr>
            </a:lvl3pPr>
            <a:lvl4pPr algn="ctr">
              <a:defRPr sz="1200" b="0" i="0">
                <a:solidFill>
                  <a:srgbClr val="CDE8DA"/>
                </a:solidFill>
              </a:defRPr>
            </a:lvl4pPr>
            <a:lvl5pPr algn="ctr">
              <a:defRPr sz="1200" b="0" i="0">
                <a:solidFill>
                  <a:srgbClr val="CDE8DA"/>
                </a:solidFill>
              </a:defRPr>
            </a:lvl5pPr>
            <a:lvl6pPr algn="ctr">
              <a:defRPr sz="1200" b="0" i="0">
                <a:solidFill>
                  <a:srgbClr val="CDE8DA"/>
                </a:solidFill>
              </a:defRPr>
            </a:lvl6pPr>
            <a:lvl7pPr algn="ctr">
              <a:defRPr sz="1200" b="0" i="0">
                <a:solidFill>
                  <a:srgbClr val="CDE8DA"/>
                </a:solidFill>
              </a:defRPr>
            </a:lvl7pPr>
            <a:lvl8pPr algn="ctr">
              <a:defRPr sz="1200" b="0" i="0">
                <a:solidFill>
                  <a:srgbClr val="CDE8DA"/>
                </a:solidFill>
              </a:defRPr>
            </a:lvl8pPr>
            <a:lvl9pPr algn="ctr">
              <a:defRPr sz="1200" b="0" i="0">
                <a:solidFill>
                  <a:srgbClr val="CDE8DA"/>
                </a:solidFill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CDE8DA"/>
                </a:solidFill>
              </a:defRPr>
            </a:pPr>
            <a:r>
              <a:rPr sz="1200" b="0" i="0">
                <a:solidFill>
                  <a:srgbClr val="CDE8DA"/>
                </a:solidFill>
              </a:rPr>
              <a:t>XLM o USDC</a:t>
            </a:r>
          </a:p>
          <a:p xmlns:a="http://schemas.openxmlformats.org/drawingml/2006/main">
            <a:pPr algn="ctr">
              <a:defRPr sz="1200" b="0" i="0">
                <a:solidFill>
                  <a:srgbClr val="CDE8DA"/>
                </a:solidFill>
              </a:defRPr>
            </a:pPr>
            <a:r>
              <a:rPr sz="1200" b="0" i="0">
                <a:solidFill>
                  <a:srgbClr val="CDE8DA"/>
                </a:solidFill>
              </a:rPr>
              <a:t>bloqueado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95D0A-2273-4E0D-BFA6-F1636601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2190750" cy="1504950"/>
          </a:xfrm>
          <a:prstGeom xmlns:a="http://schemas.openxmlformats.org/drawingml/2006/main" prst="roundRect">
            <a:avLst>
              <a:gd name="adj" fmla="val 126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FFFD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199B0-8043-47F2-9211-FE7A3110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194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 i="0">
                <a:solidFill>
                  <a:srgbClr val="16130F"/>
                </a:solidFill>
              </a:defRPr>
            </a:defPPr>
            <a:lvl1pPr algn="ctr">
              <a:defRPr sz="1950" b="1" i="0">
                <a:solidFill>
                  <a:srgbClr val="16130F"/>
                </a:solidFill>
              </a:defRPr>
            </a:lvl1pPr>
            <a:lvl2pPr algn="ctr">
              <a:defRPr sz="1950" b="1" i="0">
                <a:solidFill>
                  <a:srgbClr val="16130F"/>
                </a:solidFill>
              </a:defRPr>
            </a:lvl2pPr>
            <a:lvl3pPr algn="ctr">
              <a:defRPr sz="1950" b="1" i="0">
                <a:solidFill>
                  <a:srgbClr val="16130F"/>
                </a:solidFill>
              </a:defRPr>
            </a:lvl3pPr>
            <a:lvl4pPr algn="ctr">
              <a:defRPr sz="1950" b="1" i="0">
                <a:solidFill>
                  <a:srgbClr val="16130F"/>
                </a:solidFill>
              </a:defRPr>
            </a:lvl4pPr>
            <a:lvl5pPr algn="ctr">
              <a:defRPr sz="1950" b="1" i="0">
                <a:solidFill>
                  <a:srgbClr val="16130F"/>
                </a:solidFill>
              </a:defRPr>
            </a:lvl5pPr>
            <a:lvl6pPr algn="ctr">
              <a:defRPr sz="1950" b="1" i="0">
                <a:solidFill>
                  <a:srgbClr val="16130F"/>
                </a:solidFill>
              </a:defRPr>
            </a:lvl6pPr>
            <a:lvl7pPr algn="ctr">
              <a:defRPr sz="1950" b="1" i="0">
                <a:solidFill>
                  <a:srgbClr val="16130F"/>
                </a:solidFill>
              </a:defRPr>
            </a:lvl7pPr>
            <a:lvl8pPr algn="ctr">
              <a:defRPr sz="1950" b="1" i="0">
                <a:solidFill>
                  <a:srgbClr val="16130F"/>
                </a:solidFill>
              </a:defRPr>
            </a:lvl8pPr>
            <a:lvl9pPr algn="ctr">
              <a:defRPr sz="195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ctr">
              <a:defRPr sz="1950" b="1" i="0">
                <a:solidFill>
                  <a:srgbClr val="16130F"/>
                </a:solidFill>
              </a:defRPr>
            </a:pPr>
            <a:r>
              <a:rPr sz="1950" b="1" i="0">
                <a:solidFill>
                  <a:srgbClr val="16130F"/>
                </a:solidFill>
              </a:rPr>
              <a:t>ESCROW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94A98-5BCA-4602-8CAF-8255405C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1847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0" i="0">
                <a:solidFill>
                  <a:srgbClr val="57514A"/>
                </a:solidFill>
              </a:defRPr>
            </a:defPPr>
            <a:lvl1pPr algn="ctr">
              <a:defRPr sz="1275" b="0" i="0">
                <a:solidFill>
                  <a:srgbClr val="57514A"/>
                </a:solidFill>
              </a:defRPr>
            </a:lvl1pPr>
            <a:lvl2pPr algn="ctr">
              <a:defRPr sz="1275" b="0" i="0">
                <a:solidFill>
                  <a:srgbClr val="57514A"/>
                </a:solidFill>
              </a:defRPr>
            </a:lvl2pPr>
            <a:lvl3pPr algn="ctr">
              <a:defRPr sz="1275" b="0" i="0">
                <a:solidFill>
                  <a:srgbClr val="57514A"/>
                </a:solidFill>
              </a:defRPr>
            </a:lvl3pPr>
            <a:lvl4pPr algn="ctr">
              <a:defRPr sz="1275" b="0" i="0">
                <a:solidFill>
                  <a:srgbClr val="57514A"/>
                </a:solidFill>
              </a:defRPr>
            </a:lvl4pPr>
            <a:lvl5pPr algn="ctr">
              <a:defRPr sz="1275" b="0" i="0">
                <a:solidFill>
                  <a:srgbClr val="57514A"/>
                </a:solidFill>
              </a:defRPr>
            </a:lvl5pPr>
            <a:lvl6pPr algn="ctr">
              <a:defRPr sz="1275" b="0" i="0">
                <a:solidFill>
                  <a:srgbClr val="57514A"/>
                </a:solidFill>
              </a:defRPr>
            </a:lvl6pPr>
            <a:lvl7pPr algn="ctr">
              <a:defRPr sz="1275" b="0" i="0">
                <a:solidFill>
                  <a:srgbClr val="57514A"/>
                </a:solidFill>
              </a:defRPr>
            </a:lvl7pPr>
            <a:lvl8pPr algn="ctr">
              <a:defRPr sz="1275" b="0" i="0">
                <a:solidFill>
                  <a:srgbClr val="57514A"/>
                </a:solidFill>
              </a:defRPr>
            </a:lvl8pPr>
            <a:lvl9pPr algn="ctr">
              <a:defRPr sz="127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ctr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Aplica reglas y</a:t>
            </a:r>
          </a:p>
          <a:p xmlns:a="http://schemas.openxmlformats.org/drawingml/2006/main">
            <a:pPr algn="ctr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mueve los fondos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FD1E6-0224-4522-95B1-A42EB1A8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76750"/>
            <a:ext cx="1885950" cy="135255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C53C0A"/>
          </a:solidFill>
          <a:ln xmlns:a="http://schemas.openxmlformats.org/drawingml/2006/main" w="14288">
            <a:solidFill>
              <a:srgbClr val="F263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590CF-24ED-4B4F-B8C7-D7F847A1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101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 i="0">
                <a:solidFill>
                  <a:srgbClr val="FFFDF8"/>
                </a:solidFill>
              </a:defRPr>
            </a:defPPr>
            <a:lvl1pPr algn="ctr">
              <a:defRPr sz="1350" b="1" i="0">
                <a:solidFill>
                  <a:srgbClr val="FFFDF8"/>
                </a:solidFill>
              </a:defRPr>
            </a:lvl1pPr>
            <a:lvl2pPr algn="ctr">
              <a:defRPr sz="1350" b="1" i="0">
                <a:solidFill>
                  <a:srgbClr val="FFFDF8"/>
                </a:solidFill>
              </a:defRPr>
            </a:lvl2pPr>
            <a:lvl3pPr algn="ctr">
              <a:defRPr sz="1350" b="1" i="0">
                <a:solidFill>
                  <a:srgbClr val="FFFDF8"/>
                </a:solidFill>
              </a:defRPr>
            </a:lvl3pPr>
            <a:lvl4pPr algn="ctr">
              <a:defRPr sz="1350" b="1" i="0">
                <a:solidFill>
                  <a:srgbClr val="FFFDF8"/>
                </a:solidFill>
              </a:defRPr>
            </a:lvl4pPr>
            <a:lvl5pPr algn="ctr">
              <a:defRPr sz="1350" b="1" i="0">
                <a:solidFill>
                  <a:srgbClr val="FFFDF8"/>
                </a:solidFill>
              </a:defRPr>
            </a:lvl5pPr>
            <a:lvl6pPr algn="ctr">
              <a:defRPr sz="1350" b="1" i="0">
                <a:solidFill>
                  <a:srgbClr val="FFFDF8"/>
                </a:solidFill>
              </a:defRPr>
            </a:lvl6pPr>
            <a:lvl7pPr algn="ctr">
              <a:defRPr sz="1350" b="1" i="0">
                <a:solidFill>
                  <a:srgbClr val="FFFDF8"/>
                </a:solidFill>
              </a:defRPr>
            </a:lvl7pPr>
            <a:lvl8pPr algn="ctr">
              <a:defRPr sz="1350" b="1" i="0">
                <a:solidFill>
                  <a:srgbClr val="FFFDF8"/>
                </a:solidFill>
              </a:defRPr>
            </a:lvl8pPr>
            <a:lvl9pPr algn="ctr">
              <a:defRPr sz="135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1350" b="1" i="0">
                <a:solidFill>
                  <a:srgbClr val="FFFDF8"/>
                </a:solidFill>
              </a:defRPr>
            </a:pPr>
            <a:r>
              <a:rPr sz="1350" b="1" i="0">
                <a:solidFill>
                  <a:srgbClr val="FFFDF8"/>
                </a:solidFill>
              </a:rPr>
              <a:t>EFECTIVO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606D6-06DD-4378-A84F-055B0D35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72050"/>
            <a:ext cx="1543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 i="0">
                <a:solidFill>
                  <a:srgbClr val="FFE0CF"/>
                </a:solidFill>
              </a:defRPr>
            </a:defPPr>
            <a:lvl1pPr algn="ctr">
              <a:defRPr sz="1200" b="0" i="0">
                <a:solidFill>
                  <a:srgbClr val="FFE0CF"/>
                </a:solidFill>
              </a:defRPr>
            </a:lvl1pPr>
            <a:lvl2pPr algn="ctr">
              <a:defRPr sz="1200" b="0" i="0">
                <a:solidFill>
                  <a:srgbClr val="FFE0CF"/>
                </a:solidFill>
              </a:defRPr>
            </a:lvl2pPr>
            <a:lvl3pPr algn="ctr">
              <a:defRPr sz="1200" b="0" i="0">
                <a:solidFill>
                  <a:srgbClr val="FFE0CF"/>
                </a:solidFill>
              </a:defRPr>
            </a:lvl3pPr>
            <a:lvl4pPr algn="ctr">
              <a:defRPr sz="1200" b="0" i="0">
                <a:solidFill>
                  <a:srgbClr val="FFE0CF"/>
                </a:solidFill>
              </a:defRPr>
            </a:lvl4pPr>
            <a:lvl5pPr algn="ctr">
              <a:defRPr sz="1200" b="0" i="0">
                <a:solidFill>
                  <a:srgbClr val="FFE0CF"/>
                </a:solidFill>
              </a:defRPr>
            </a:lvl5pPr>
            <a:lvl6pPr algn="ctr">
              <a:defRPr sz="1200" b="0" i="0">
                <a:solidFill>
                  <a:srgbClr val="FFE0CF"/>
                </a:solidFill>
              </a:defRPr>
            </a:lvl6pPr>
            <a:lvl7pPr algn="ctr">
              <a:defRPr sz="1200" b="0" i="0">
                <a:solidFill>
                  <a:srgbClr val="FFE0CF"/>
                </a:solidFill>
              </a:defRPr>
            </a:lvl7pPr>
            <a:lvl8pPr algn="ctr">
              <a:defRPr sz="1200" b="0" i="0">
                <a:solidFill>
                  <a:srgbClr val="FFE0CF"/>
                </a:solidFill>
              </a:defRPr>
            </a:lvl8pPr>
            <a:lvl9pPr algn="ctr">
              <a:defRPr sz="1200" b="0" i="0">
                <a:solidFill>
                  <a:srgbClr val="FFE0CF"/>
                </a:solidFill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FFE0CF"/>
                </a:solidFill>
              </a:defRPr>
            </a:pPr>
            <a:r>
              <a:rPr sz="1200" b="0" i="0">
                <a:solidFill>
                  <a:srgbClr val="FFE0CF"/>
                </a:solidFill>
              </a:rPr>
              <a:t>Entrega fuera</a:t>
            </a:r>
          </a:p>
          <a:p xmlns:a="http://schemas.openxmlformats.org/drawingml/2006/main">
            <a:pPr algn="ctr">
              <a:defRPr sz="1200" b="0" i="0">
                <a:solidFill>
                  <a:srgbClr val="FFE0CF"/>
                </a:solidFill>
              </a:defRPr>
            </a:pPr>
            <a:r>
              <a:rPr sz="1200" b="0" i="0">
                <a:solidFill>
                  <a:srgbClr val="FFE0CF"/>
                </a:solidFill>
              </a:rPr>
              <a:t>de cadena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5D900-22B8-44E7-99CE-27CFD9F6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4FB98A"/>
                </a:solidFill>
              </a:defRPr>
            </a:defPPr>
            <a:lvl1pPr algn="l">
              <a:defRPr sz="1350" b="1" i="0">
                <a:solidFill>
                  <a:srgbClr val="4FB98A"/>
                </a:solidFill>
              </a:defRPr>
            </a:lvl1pPr>
            <a:lvl2pPr algn="l">
              <a:defRPr sz="1350" b="1" i="0">
                <a:solidFill>
                  <a:srgbClr val="4FB98A"/>
                </a:solidFill>
              </a:defRPr>
            </a:lvl2pPr>
            <a:lvl3pPr algn="l">
              <a:defRPr sz="1350" b="1" i="0">
                <a:solidFill>
                  <a:srgbClr val="4FB98A"/>
                </a:solidFill>
              </a:defRPr>
            </a:lvl3pPr>
            <a:lvl4pPr algn="l">
              <a:defRPr sz="1350" b="1" i="0">
                <a:solidFill>
                  <a:srgbClr val="4FB98A"/>
                </a:solidFill>
              </a:defRPr>
            </a:lvl4pPr>
            <a:lvl5pPr algn="l">
              <a:defRPr sz="1350" b="1" i="0">
                <a:solidFill>
                  <a:srgbClr val="4FB98A"/>
                </a:solidFill>
              </a:defRPr>
            </a:lvl5pPr>
            <a:lvl6pPr algn="l">
              <a:defRPr sz="1350" b="1" i="0">
                <a:solidFill>
                  <a:srgbClr val="4FB98A"/>
                </a:solidFill>
              </a:defRPr>
            </a:lvl6pPr>
            <a:lvl7pPr algn="l">
              <a:defRPr sz="1350" b="1" i="0">
                <a:solidFill>
                  <a:srgbClr val="4FB98A"/>
                </a:solidFill>
              </a:defRPr>
            </a:lvl7pPr>
            <a:lvl8pPr algn="l">
              <a:defRPr sz="1350" b="1" i="0">
                <a:solidFill>
                  <a:srgbClr val="4FB98A"/>
                </a:solidFill>
              </a:defRPr>
            </a:lvl8pPr>
            <a:lvl9pPr algn="l">
              <a:defRPr sz="1350" b="1" i="0">
                <a:solidFill>
                  <a:srgbClr val="4FB98A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4FB98A"/>
                </a:solidFill>
              </a:defRPr>
            </a:pPr>
            <a:r>
              <a:rPr sz="1350" b="1" i="0">
                <a:solidFill>
                  <a:srgbClr val="4FB98A"/>
                </a:solidFill>
              </a:rPr>
              <a:t>Una caja neutral entre dos mundos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F685D-E5AE-4C6B-A663-EBA9277E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 i="0">
                <a:solidFill>
                  <a:srgbClr val="A89F92"/>
                </a:solidFill>
              </a:defRPr>
            </a:defPPr>
            <a:lvl1pPr algn="l">
              <a:defRPr sz="900" b="0" i="0">
                <a:solidFill>
                  <a:srgbClr val="A89F92"/>
                </a:solidFill>
              </a:defRPr>
            </a:lvl1pPr>
            <a:lvl2pPr algn="l">
              <a:defRPr sz="900" b="0" i="0">
                <a:solidFill>
                  <a:srgbClr val="A89F92"/>
                </a:solidFill>
              </a:defRPr>
            </a:lvl2pPr>
            <a:lvl3pPr algn="l">
              <a:defRPr sz="900" b="0" i="0">
                <a:solidFill>
                  <a:srgbClr val="A89F92"/>
                </a:solidFill>
              </a:defRPr>
            </a:lvl3pPr>
            <a:lvl4pPr algn="l">
              <a:defRPr sz="900" b="0" i="0">
                <a:solidFill>
                  <a:srgbClr val="A89F92"/>
                </a:solidFill>
              </a:defRPr>
            </a:lvl4pPr>
            <a:lvl5pPr algn="l">
              <a:defRPr sz="900" b="0" i="0">
                <a:solidFill>
                  <a:srgbClr val="A89F92"/>
                </a:solidFill>
              </a:defRPr>
            </a:lvl5pPr>
            <a:lvl6pPr algn="l">
              <a:defRPr sz="900" b="0" i="0">
                <a:solidFill>
                  <a:srgbClr val="A89F92"/>
                </a:solidFill>
              </a:defRPr>
            </a:lvl6pPr>
            <a:lvl7pPr algn="l">
              <a:defRPr sz="900" b="0" i="0">
                <a:solidFill>
                  <a:srgbClr val="A89F92"/>
                </a:solidFill>
              </a:defRPr>
            </a:lvl7pPr>
            <a:lvl8pPr algn="l">
              <a:defRPr sz="900" b="0" i="0">
                <a:solidFill>
                  <a:srgbClr val="A89F92"/>
                </a:solidFill>
              </a:defRPr>
            </a:lvl8pPr>
            <a:lvl9pPr algn="l">
              <a:defRPr sz="900" b="0" i="0">
                <a:solidFill>
                  <a:srgbClr val="A89F92"/>
                </a:solidFill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A89F92"/>
                </a:solidFill>
              </a:defRPr>
            </a:pPr>
            <a:r>
              <a:rPr sz="900" b="0" i="0">
                <a:solidFill>
                  <a:srgbClr val="A89F92"/>
                </a:solidFill>
              </a:rPr>
              <a:t>28 octubre 2026</a:t>
            </a:r>
          </a:p>
        </p:txBody>
      </p:sp>
    </p:spTree>
    <p:extLst>
      <p:ext uri="{BB962C8B-B14F-4D97-AF65-F5344CB8AC3E}">
        <p14:creationId xmlns:p14="http://schemas.microsoft.com/office/powerpoint/2010/main" val="893621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D22BAB-9C54-4007-AC35-FAF9ED0042C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277100" y="3162300"/>
            <a:ext cx="1866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53C0A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00D8E-2C5C-4536-88D5-75BBDE4C7B0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048000" y="3162300"/>
            <a:ext cx="1866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4A33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7BE4E-8991-4AAC-A63E-44E05B98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 i="0">
                <a:solidFill>
                  <a:srgbClr val="0F4A33"/>
                </a:solidFill>
              </a:defRPr>
            </a:defPPr>
            <a:lvl1pPr algn="l">
              <a:defRPr sz="825" b="1" i="0">
                <a:solidFill>
                  <a:srgbClr val="0F4A33"/>
                </a:solidFill>
              </a:defRPr>
            </a:lvl1pPr>
            <a:lvl2pPr algn="l">
              <a:defRPr sz="825" b="1" i="0">
                <a:solidFill>
                  <a:srgbClr val="0F4A33"/>
                </a:solidFill>
              </a:defRPr>
            </a:lvl2pPr>
            <a:lvl3pPr algn="l">
              <a:defRPr sz="825" b="1" i="0">
                <a:solidFill>
                  <a:srgbClr val="0F4A33"/>
                </a:solidFill>
              </a:defRPr>
            </a:lvl3pPr>
            <a:lvl4pPr algn="l">
              <a:defRPr sz="825" b="1" i="0">
                <a:solidFill>
                  <a:srgbClr val="0F4A33"/>
                </a:solidFill>
              </a:defRPr>
            </a:lvl4pPr>
            <a:lvl5pPr algn="l">
              <a:defRPr sz="825" b="1" i="0">
                <a:solidFill>
                  <a:srgbClr val="0F4A33"/>
                </a:solidFill>
              </a:defRPr>
            </a:lvl5pPr>
            <a:lvl6pPr algn="l">
              <a:defRPr sz="825" b="1" i="0">
                <a:solidFill>
                  <a:srgbClr val="0F4A33"/>
                </a:solidFill>
              </a:defRPr>
            </a:lvl6pPr>
            <a:lvl7pPr algn="l">
              <a:defRPr sz="825" b="1" i="0">
                <a:solidFill>
                  <a:srgbClr val="0F4A33"/>
                </a:solidFill>
              </a:defRPr>
            </a:lvl7pPr>
            <a:lvl8pPr algn="l">
              <a:defRPr sz="825" b="1" i="0">
                <a:solidFill>
                  <a:srgbClr val="0F4A33"/>
                </a:solidFill>
              </a:defRPr>
            </a:lvl8pPr>
            <a:lvl9pPr algn="l">
              <a:defRPr sz="825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0F4A33"/>
                </a:solidFill>
              </a:defRPr>
            </a:pPr>
            <a:r>
              <a:rPr sz="825" b="1" i="0">
                <a:solidFill>
                  <a:srgbClr val="0F4A33"/>
                </a:solidFill>
              </a:rPr>
              <a:t>MICOPAY · ESCROW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45BA2-7247-4653-9B1D-4DAACCB8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 i="0">
                <a:solidFill>
                  <a:srgbClr val="857D71"/>
                </a:solidFill>
              </a:defRPr>
            </a:defPPr>
            <a:lvl1pPr algn="r">
              <a:defRPr sz="825" b="1" i="0">
                <a:solidFill>
                  <a:srgbClr val="857D71"/>
                </a:solidFill>
              </a:defRPr>
            </a:lvl1pPr>
            <a:lvl2pPr algn="r">
              <a:defRPr sz="825" b="1" i="0">
                <a:solidFill>
                  <a:srgbClr val="857D71"/>
                </a:solidFill>
              </a:defRPr>
            </a:lvl2pPr>
            <a:lvl3pPr algn="r">
              <a:defRPr sz="825" b="1" i="0">
                <a:solidFill>
                  <a:srgbClr val="857D71"/>
                </a:solidFill>
              </a:defRPr>
            </a:lvl3pPr>
            <a:lvl4pPr algn="r">
              <a:defRPr sz="825" b="1" i="0">
                <a:solidFill>
                  <a:srgbClr val="857D71"/>
                </a:solidFill>
              </a:defRPr>
            </a:lvl4pPr>
            <a:lvl5pPr algn="r">
              <a:defRPr sz="825" b="1" i="0">
                <a:solidFill>
                  <a:srgbClr val="857D71"/>
                </a:solidFill>
              </a:defRPr>
            </a:lvl5pPr>
            <a:lvl6pPr algn="r">
              <a:defRPr sz="825" b="1" i="0">
                <a:solidFill>
                  <a:srgbClr val="857D71"/>
                </a:solidFill>
              </a:defRPr>
            </a:lvl6pPr>
            <a:lvl7pPr algn="r">
              <a:defRPr sz="825" b="1" i="0">
                <a:solidFill>
                  <a:srgbClr val="857D71"/>
                </a:solidFill>
              </a:defRPr>
            </a:lvl7pPr>
            <a:lvl8pPr algn="r">
              <a:defRPr sz="825" b="1" i="0">
                <a:solidFill>
                  <a:srgbClr val="857D71"/>
                </a:solidFill>
              </a:defRPr>
            </a:lvl8pPr>
            <a:lvl9pPr algn="r">
              <a:defRPr sz="825" b="1" i="0">
                <a:solidFill>
                  <a:srgbClr val="857D71"/>
                </a:solidFill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857D71"/>
                </a:solidFill>
              </a:defRPr>
            </a:pPr>
            <a:r>
              <a:rPr sz="825" b="1" i="0">
                <a:solidFill>
                  <a:srgbClr val="857D71"/>
                </a:solidFill>
              </a:rPr>
              <a:t>LA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4A5FC-6F1D-426D-9E8C-D617FDA8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D5C4"/>
          </a:solidFill>
          <a:ln xmlns:a="http://schemas.openxmlformats.org/drawingml/2006/main" w="0">
            <a:solidFill>
              <a:srgbClr val="DDD5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BA93A-4AF6-4D15-8ED7-F96C7C2B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 i="0">
                <a:solidFill>
                  <a:srgbClr val="857D71"/>
                </a:solidFill>
              </a:defRPr>
            </a:defPPr>
            <a:lvl1pPr algn="r">
              <a:defRPr sz="750" b="0" i="0">
                <a:solidFill>
                  <a:srgbClr val="857D71"/>
                </a:solidFill>
              </a:defRPr>
            </a:lvl1pPr>
            <a:lvl2pPr algn="r">
              <a:defRPr sz="750" b="0" i="0">
                <a:solidFill>
                  <a:srgbClr val="857D71"/>
                </a:solidFill>
              </a:defRPr>
            </a:lvl2pPr>
            <a:lvl3pPr algn="r">
              <a:defRPr sz="750" b="0" i="0">
                <a:solidFill>
                  <a:srgbClr val="857D71"/>
                </a:solidFill>
              </a:defRPr>
            </a:lvl3pPr>
            <a:lvl4pPr algn="r">
              <a:defRPr sz="750" b="0" i="0">
                <a:solidFill>
                  <a:srgbClr val="857D71"/>
                </a:solidFill>
              </a:defRPr>
            </a:lvl4pPr>
            <a:lvl5pPr algn="r">
              <a:defRPr sz="750" b="0" i="0">
                <a:solidFill>
                  <a:srgbClr val="857D71"/>
                </a:solidFill>
              </a:defRPr>
            </a:lvl5pPr>
            <a:lvl6pPr algn="r">
              <a:defRPr sz="750" b="0" i="0">
                <a:solidFill>
                  <a:srgbClr val="857D71"/>
                </a:solidFill>
              </a:defRPr>
            </a:lvl6pPr>
            <a:lvl7pPr algn="r">
              <a:defRPr sz="750" b="0" i="0">
                <a:solidFill>
                  <a:srgbClr val="857D71"/>
                </a:solidFill>
              </a:defRPr>
            </a:lvl7pPr>
            <a:lvl8pPr algn="r">
              <a:defRPr sz="750" b="0" i="0">
                <a:solidFill>
                  <a:srgbClr val="857D71"/>
                </a:solidFill>
              </a:defRPr>
            </a:lvl8pPr>
            <a:lvl9pPr algn="r">
              <a:defRPr sz="750" b="0" i="0">
                <a:solidFill>
                  <a:srgbClr val="857D71"/>
                </a:solidFill>
              </a:defRPr>
            </a:lvl9pPr>
          </a:lstStyle>
          <a:p xmlns:a="http://schemas.openxmlformats.org/drawingml/2006/main">
            <a:pPr algn="r">
              <a:defRPr sz="750" b="0" i="0">
                <a:solidFill>
                  <a:srgbClr val="857D71"/>
                </a:solidFill>
              </a:defRPr>
            </a:pPr>
            <a:r>
              <a:rPr sz="750" b="0" i="0">
                <a:solidFill>
                  <a:srgbClr val="857D71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15634-F3BA-4912-9542-D87EEFCF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 i="0">
                <a:solidFill>
                  <a:srgbClr val="16130F"/>
                </a:solidFill>
              </a:defRPr>
            </a:defPPr>
            <a:lvl1pPr algn="l">
              <a:defRPr sz="2550" b="1" i="0">
                <a:solidFill>
                  <a:srgbClr val="16130F"/>
                </a:solidFill>
              </a:defRPr>
            </a:lvl1pPr>
            <a:lvl2pPr algn="l">
              <a:defRPr sz="2550" b="1" i="0">
                <a:solidFill>
                  <a:srgbClr val="16130F"/>
                </a:solidFill>
              </a:defRPr>
            </a:lvl2pPr>
            <a:lvl3pPr algn="l">
              <a:defRPr sz="2550" b="1" i="0">
                <a:solidFill>
                  <a:srgbClr val="16130F"/>
                </a:solidFill>
              </a:defRPr>
            </a:lvl3pPr>
            <a:lvl4pPr algn="l">
              <a:defRPr sz="2550" b="1" i="0">
                <a:solidFill>
                  <a:srgbClr val="16130F"/>
                </a:solidFill>
              </a:defRPr>
            </a:lvl4pPr>
            <a:lvl5pPr algn="l">
              <a:defRPr sz="2550" b="1" i="0">
                <a:solidFill>
                  <a:srgbClr val="16130F"/>
                </a:solidFill>
              </a:defRPr>
            </a:lvl5pPr>
            <a:lvl6pPr algn="l">
              <a:defRPr sz="2550" b="1" i="0">
                <a:solidFill>
                  <a:srgbClr val="16130F"/>
                </a:solidFill>
              </a:defRPr>
            </a:lvl6pPr>
            <a:lvl7pPr algn="l">
              <a:defRPr sz="2550" b="1" i="0">
                <a:solidFill>
                  <a:srgbClr val="16130F"/>
                </a:solidFill>
              </a:defRPr>
            </a:lvl7pPr>
            <a:lvl8pPr algn="l">
              <a:defRPr sz="2550" b="1" i="0">
                <a:solidFill>
                  <a:srgbClr val="16130F"/>
                </a:solidFill>
              </a:defRPr>
            </a:lvl8pPr>
            <a:lvl9pPr algn="l">
              <a:defRPr sz="255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6130F"/>
                </a:solidFill>
              </a:defRPr>
            </a:pPr>
            <a:r>
              <a:rPr sz="2550" b="1" i="0">
                <a:solidFill>
                  <a:srgbClr val="16130F"/>
                </a:solidFill>
              </a:rPr>
              <a:t>Una operación, dos mundos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AAB73-46E1-441A-BCCB-017BB454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57514A"/>
                </a:solidFill>
              </a:defRPr>
            </a:defPPr>
            <a:lvl1pPr algn="l">
              <a:defRPr sz="1350" b="0" i="0">
                <a:solidFill>
                  <a:srgbClr val="57514A"/>
                </a:solidFill>
              </a:defRPr>
            </a:lvl1pPr>
            <a:lvl2pPr algn="l">
              <a:defRPr sz="1350" b="0" i="0">
                <a:solidFill>
                  <a:srgbClr val="57514A"/>
                </a:solidFill>
              </a:defRPr>
            </a:lvl2pPr>
            <a:lvl3pPr algn="l">
              <a:defRPr sz="1350" b="0" i="0">
                <a:solidFill>
                  <a:srgbClr val="57514A"/>
                </a:solidFill>
              </a:defRPr>
            </a:lvl3pPr>
            <a:lvl4pPr algn="l">
              <a:defRPr sz="1350" b="0" i="0">
                <a:solidFill>
                  <a:srgbClr val="57514A"/>
                </a:solidFill>
              </a:defRPr>
            </a:lvl4pPr>
            <a:lvl5pPr algn="l">
              <a:defRPr sz="1350" b="0" i="0">
                <a:solidFill>
                  <a:srgbClr val="57514A"/>
                </a:solidFill>
              </a:defRPr>
            </a:lvl5pPr>
            <a:lvl6pPr algn="l">
              <a:defRPr sz="1350" b="0" i="0">
                <a:solidFill>
                  <a:srgbClr val="57514A"/>
                </a:solidFill>
              </a:defRPr>
            </a:lvl6pPr>
            <a:lvl7pPr algn="l">
              <a:defRPr sz="1350" b="0" i="0">
                <a:solidFill>
                  <a:srgbClr val="57514A"/>
                </a:solidFill>
              </a:defRPr>
            </a:lvl7pPr>
            <a:lvl8pPr algn="l">
              <a:defRPr sz="1350" b="0" i="0">
                <a:solidFill>
                  <a:srgbClr val="57514A"/>
                </a:solidFill>
              </a:defRPr>
            </a:lvl8pPr>
            <a:lvl9pPr algn="l">
              <a:defRPr sz="1350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7514A"/>
                </a:solidFill>
              </a:defRPr>
            </a:pPr>
            <a:r>
              <a:rPr sz="1350" b="0" i="0">
                <a:solidFill>
                  <a:srgbClr val="57514A"/>
                </a:solidFill>
              </a:rPr>
              <a:t>El contrato protege el activo digital. La entrega de efectivo sigue ocurriendo en el mundo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65523-51BE-41D6-8D5B-4773CCD1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62200" cy="1809750"/>
          </a:xfrm>
          <a:prstGeom xmlns:a="http://schemas.openxmlformats.org/drawingml/2006/main" prst="roundRect">
            <a:avLst>
              <a:gd name="adj" fmla="val 1053"/>
            </a:avLst>
          </a:prstGeom>
          <a:solidFill xmlns:a="http://schemas.openxmlformats.org/drawingml/2006/main">
            <a:srgbClr val="E4EDE6"/>
          </a:solidFill>
          <a:ln xmlns:a="http://schemas.openxmlformats.org/drawingml/2006/main" w="14288">
            <a:solidFill>
              <a:srgbClr val="0F4A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A5759-D915-4607-9562-2CCB13A1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 i="0">
                <a:solidFill>
                  <a:srgbClr val="0F4A33"/>
                </a:solidFill>
              </a:defRPr>
            </a:defPPr>
            <a:lvl1pPr algn="ctr">
              <a:defRPr sz="1575" b="1" i="0">
                <a:solidFill>
                  <a:srgbClr val="0F4A33"/>
                </a:solidFill>
              </a:defRPr>
            </a:lvl1pPr>
            <a:lvl2pPr algn="ctr">
              <a:defRPr sz="1575" b="1" i="0">
                <a:solidFill>
                  <a:srgbClr val="0F4A33"/>
                </a:solidFill>
              </a:defRPr>
            </a:lvl2pPr>
            <a:lvl3pPr algn="ctr">
              <a:defRPr sz="1575" b="1" i="0">
                <a:solidFill>
                  <a:srgbClr val="0F4A33"/>
                </a:solidFill>
              </a:defRPr>
            </a:lvl3pPr>
            <a:lvl4pPr algn="ctr">
              <a:defRPr sz="1575" b="1" i="0">
                <a:solidFill>
                  <a:srgbClr val="0F4A33"/>
                </a:solidFill>
              </a:defRPr>
            </a:lvl4pPr>
            <a:lvl5pPr algn="ctr">
              <a:defRPr sz="1575" b="1" i="0">
                <a:solidFill>
                  <a:srgbClr val="0F4A33"/>
                </a:solidFill>
              </a:defRPr>
            </a:lvl5pPr>
            <a:lvl6pPr algn="ctr">
              <a:defRPr sz="1575" b="1" i="0">
                <a:solidFill>
                  <a:srgbClr val="0F4A33"/>
                </a:solidFill>
              </a:defRPr>
            </a:lvl6pPr>
            <a:lvl7pPr algn="ctr">
              <a:defRPr sz="1575" b="1" i="0">
                <a:solidFill>
                  <a:srgbClr val="0F4A33"/>
                </a:solidFill>
              </a:defRPr>
            </a:lvl7pPr>
            <a:lvl8pPr algn="ctr">
              <a:defRPr sz="1575" b="1" i="0">
                <a:solidFill>
                  <a:srgbClr val="0F4A33"/>
                </a:solidFill>
              </a:defRPr>
            </a:lvl8pPr>
            <a:lvl9pPr algn="ctr">
              <a:defRPr sz="1575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F4A33"/>
                </a:solidFill>
              </a:defRPr>
            </a:pPr>
            <a:r>
              <a:rPr sz="1575" b="1" i="0">
                <a:solidFill>
                  <a:srgbClr val="0F4A33"/>
                </a:solidFill>
              </a:rPr>
              <a:t>USUARIO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E1DAD-5D35-4D18-A78F-87F6156F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019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 i="0">
                <a:solidFill>
                  <a:srgbClr val="57514A"/>
                </a:solidFill>
              </a:defRPr>
            </a:defPPr>
            <a:lvl1pPr algn="ctr">
              <a:defRPr sz="1200" b="0" i="0">
                <a:solidFill>
                  <a:srgbClr val="57514A"/>
                </a:solidFill>
              </a:defRPr>
            </a:lvl1pPr>
            <a:lvl2pPr algn="ctr">
              <a:defRPr sz="1200" b="0" i="0">
                <a:solidFill>
                  <a:srgbClr val="57514A"/>
                </a:solidFill>
              </a:defRPr>
            </a:lvl2pPr>
            <a:lvl3pPr algn="ctr">
              <a:defRPr sz="1200" b="0" i="0">
                <a:solidFill>
                  <a:srgbClr val="57514A"/>
                </a:solidFill>
              </a:defRPr>
            </a:lvl3pPr>
            <a:lvl4pPr algn="ctr">
              <a:defRPr sz="1200" b="0" i="0">
                <a:solidFill>
                  <a:srgbClr val="57514A"/>
                </a:solidFill>
              </a:defRPr>
            </a:lvl4pPr>
            <a:lvl5pPr algn="ctr">
              <a:defRPr sz="1200" b="0" i="0">
                <a:solidFill>
                  <a:srgbClr val="57514A"/>
                </a:solidFill>
              </a:defRPr>
            </a:lvl5pPr>
            <a:lvl6pPr algn="ctr">
              <a:defRPr sz="1200" b="0" i="0">
                <a:solidFill>
                  <a:srgbClr val="57514A"/>
                </a:solidFill>
              </a:defRPr>
            </a:lvl6pPr>
            <a:lvl7pPr algn="ctr">
              <a:defRPr sz="1200" b="0" i="0">
                <a:solidFill>
                  <a:srgbClr val="57514A"/>
                </a:solidFill>
              </a:defRPr>
            </a:lvl7pPr>
            <a:lvl8pPr algn="ctr">
              <a:defRPr sz="1200" b="0" i="0">
                <a:solidFill>
                  <a:srgbClr val="57514A"/>
                </a:solidFill>
              </a:defRPr>
            </a:lvl8pPr>
            <a:lvl9pPr algn="ctr">
              <a:defRPr sz="1200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57514A"/>
                </a:solidFill>
              </a:defRPr>
            </a:pPr>
            <a:r>
              <a:rPr sz="1200" b="0" i="0">
                <a:solidFill>
                  <a:srgbClr val="57514A"/>
                </a:solidFill>
              </a:rPr>
              <a:t>Vende XLM o USDC</a:t>
            </a:r>
          </a:p>
          <a:p xmlns:a="http://schemas.openxmlformats.org/drawingml/2006/main">
            <a:pPr algn="ctr">
              <a:defRPr sz="1200" b="0" i="0">
                <a:solidFill>
                  <a:srgbClr val="57514A"/>
                </a:solidFill>
              </a:defRPr>
            </a:pPr>
            <a:r>
              <a:rPr sz="1200" b="0" i="0">
                <a:solidFill>
                  <a:srgbClr val="57514A"/>
                </a:solidFill>
              </a:rPr>
              <a:t>y espera recibir efectivo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91471-8C9B-494A-B7EC-4D7EC06C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95500"/>
            <a:ext cx="2362200" cy="2133600"/>
          </a:xfrm>
          <a:prstGeom xmlns:a="http://schemas.openxmlformats.org/drawingml/2006/main" prst="roundRect">
            <a:avLst>
              <a:gd name="adj" fmla="val 8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16130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149C6-5535-4547-AF9A-B7E9AC41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288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 i="0">
                <a:solidFill>
                  <a:srgbClr val="16130F"/>
                </a:solidFill>
              </a:defRPr>
            </a:defPPr>
            <a:lvl1pPr algn="ctr">
              <a:defRPr sz="1875" b="1" i="0">
                <a:solidFill>
                  <a:srgbClr val="16130F"/>
                </a:solidFill>
              </a:defRPr>
            </a:lvl1pPr>
            <a:lvl2pPr algn="ctr">
              <a:defRPr sz="1875" b="1" i="0">
                <a:solidFill>
                  <a:srgbClr val="16130F"/>
                </a:solidFill>
              </a:defRPr>
            </a:lvl2pPr>
            <a:lvl3pPr algn="ctr">
              <a:defRPr sz="1875" b="1" i="0">
                <a:solidFill>
                  <a:srgbClr val="16130F"/>
                </a:solidFill>
              </a:defRPr>
            </a:lvl3pPr>
            <a:lvl4pPr algn="ctr">
              <a:defRPr sz="1875" b="1" i="0">
                <a:solidFill>
                  <a:srgbClr val="16130F"/>
                </a:solidFill>
              </a:defRPr>
            </a:lvl4pPr>
            <a:lvl5pPr algn="ctr">
              <a:defRPr sz="1875" b="1" i="0">
                <a:solidFill>
                  <a:srgbClr val="16130F"/>
                </a:solidFill>
              </a:defRPr>
            </a:lvl5pPr>
            <a:lvl6pPr algn="ctr">
              <a:defRPr sz="1875" b="1" i="0">
                <a:solidFill>
                  <a:srgbClr val="16130F"/>
                </a:solidFill>
              </a:defRPr>
            </a:lvl6pPr>
            <a:lvl7pPr algn="ctr">
              <a:defRPr sz="1875" b="1" i="0">
                <a:solidFill>
                  <a:srgbClr val="16130F"/>
                </a:solidFill>
              </a:defRPr>
            </a:lvl7pPr>
            <a:lvl8pPr algn="ctr">
              <a:defRPr sz="1875" b="1" i="0">
                <a:solidFill>
                  <a:srgbClr val="16130F"/>
                </a:solidFill>
              </a:defRPr>
            </a:lvl8pPr>
            <a:lvl9pPr algn="ctr">
              <a:defRPr sz="1875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ctr">
              <a:defRPr sz="1875" b="1" i="0">
                <a:solidFill>
                  <a:srgbClr val="16130F"/>
                </a:solidFill>
              </a:defRPr>
            </a:pPr>
            <a:r>
              <a:rPr sz="1875" b="1" i="0">
                <a:solidFill>
                  <a:srgbClr val="16130F"/>
                </a:solidFill>
              </a:rPr>
              <a:t>CONTRATO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C64E0-737B-42BB-B733-E76448A7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90800"/>
            <a:ext cx="20193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 i="0">
                <a:solidFill>
                  <a:srgbClr val="57514A"/>
                </a:solidFill>
              </a:defRPr>
            </a:defPPr>
            <a:lvl1pPr algn="ctr">
              <a:defRPr sz="1200" b="0" i="0">
                <a:solidFill>
                  <a:srgbClr val="57514A"/>
                </a:solidFill>
              </a:defRPr>
            </a:lvl1pPr>
            <a:lvl2pPr algn="ctr">
              <a:defRPr sz="1200" b="0" i="0">
                <a:solidFill>
                  <a:srgbClr val="57514A"/>
                </a:solidFill>
              </a:defRPr>
            </a:lvl2pPr>
            <a:lvl3pPr algn="ctr">
              <a:defRPr sz="1200" b="0" i="0">
                <a:solidFill>
                  <a:srgbClr val="57514A"/>
                </a:solidFill>
              </a:defRPr>
            </a:lvl3pPr>
            <a:lvl4pPr algn="ctr">
              <a:defRPr sz="1200" b="0" i="0">
                <a:solidFill>
                  <a:srgbClr val="57514A"/>
                </a:solidFill>
              </a:defRPr>
            </a:lvl4pPr>
            <a:lvl5pPr algn="ctr">
              <a:defRPr sz="1200" b="0" i="0">
                <a:solidFill>
                  <a:srgbClr val="57514A"/>
                </a:solidFill>
              </a:defRPr>
            </a:lvl5pPr>
            <a:lvl6pPr algn="ctr">
              <a:defRPr sz="1200" b="0" i="0">
                <a:solidFill>
                  <a:srgbClr val="57514A"/>
                </a:solidFill>
              </a:defRPr>
            </a:lvl6pPr>
            <a:lvl7pPr algn="ctr">
              <a:defRPr sz="1200" b="0" i="0">
                <a:solidFill>
                  <a:srgbClr val="57514A"/>
                </a:solidFill>
              </a:defRPr>
            </a:lvl7pPr>
            <a:lvl8pPr algn="ctr">
              <a:defRPr sz="1200" b="0" i="0">
                <a:solidFill>
                  <a:srgbClr val="57514A"/>
                </a:solidFill>
              </a:defRPr>
            </a:lvl8pPr>
            <a:lvl9pPr algn="ctr">
              <a:defRPr sz="1200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57514A"/>
                </a:solidFill>
              </a:defRPr>
            </a:pPr>
            <a:r>
              <a:rPr sz="1200" b="0" i="0">
                <a:solidFill>
                  <a:srgbClr val="57514A"/>
                </a:solidFill>
              </a:rPr>
              <a:t>Guarda monto + comisión</a:t>
            </a:r>
          </a:p>
          <a:p xmlns:a="http://schemas.openxmlformats.org/drawingml/2006/main">
            <a:pPr algn="ctr">
              <a:defRPr sz="1200" b="0" i="0">
                <a:solidFill>
                  <a:srgbClr val="57514A"/>
                </a:solidFill>
              </a:defRPr>
            </a:pPr>
            <a:r>
              <a:rPr sz="1200" b="0" i="0">
                <a:solidFill>
                  <a:srgbClr val="57514A"/>
                </a:solidFill>
              </a:rPr>
              <a:t>y solo ejecuta una salida válida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CC731-C749-4A2E-AD31-3D27DB49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2362200" cy="1809750"/>
          </a:xfrm>
          <a:prstGeom xmlns:a="http://schemas.openxmlformats.org/drawingml/2006/main" prst="roundRect">
            <a:avLst>
              <a:gd name="adj" fmla="val 1053"/>
            </a:avLst>
          </a:prstGeom>
          <a:solidFill xmlns:a="http://schemas.openxmlformats.org/drawingml/2006/main">
            <a:srgbClr val="FBE8DD"/>
          </a:solidFill>
          <a:ln xmlns:a="http://schemas.openxmlformats.org/drawingml/2006/main" w="14288">
            <a:solidFill>
              <a:srgbClr val="C53C0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6F676-9799-441E-BEA0-96D19AE2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003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 i="0">
                <a:solidFill>
                  <a:srgbClr val="C53C0A"/>
                </a:solidFill>
              </a:defRPr>
            </a:defPPr>
            <a:lvl1pPr algn="ctr">
              <a:defRPr sz="1575" b="1" i="0">
                <a:solidFill>
                  <a:srgbClr val="C53C0A"/>
                </a:solidFill>
              </a:defRPr>
            </a:lvl1pPr>
            <a:lvl2pPr algn="ctr">
              <a:defRPr sz="1575" b="1" i="0">
                <a:solidFill>
                  <a:srgbClr val="C53C0A"/>
                </a:solidFill>
              </a:defRPr>
            </a:lvl2pPr>
            <a:lvl3pPr algn="ctr">
              <a:defRPr sz="1575" b="1" i="0">
                <a:solidFill>
                  <a:srgbClr val="C53C0A"/>
                </a:solidFill>
              </a:defRPr>
            </a:lvl3pPr>
            <a:lvl4pPr algn="ctr">
              <a:defRPr sz="1575" b="1" i="0">
                <a:solidFill>
                  <a:srgbClr val="C53C0A"/>
                </a:solidFill>
              </a:defRPr>
            </a:lvl4pPr>
            <a:lvl5pPr algn="ctr">
              <a:defRPr sz="1575" b="1" i="0">
                <a:solidFill>
                  <a:srgbClr val="C53C0A"/>
                </a:solidFill>
              </a:defRPr>
            </a:lvl5pPr>
            <a:lvl6pPr algn="ctr">
              <a:defRPr sz="1575" b="1" i="0">
                <a:solidFill>
                  <a:srgbClr val="C53C0A"/>
                </a:solidFill>
              </a:defRPr>
            </a:lvl6pPr>
            <a:lvl7pPr algn="ctr">
              <a:defRPr sz="1575" b="1" i="0">
                <a:solidFill>
                  <a:srgbClr val="C53C0A"/>
                </a:solidFill>
              </a:defRPr>
            </a:lvl7pPr>
            <a:lvl8pPr algn="ctr">
              <a:defRPr sz="1575" b="1" i="0">
                <a:solidFill>
                  <a:srgbClr val="C53C0A"/>
                </a:solidFill>
              </a:defRPr>
            </a:lvl8pPr>
            <a:lvl9pPr algn="ctr">
              <a:defRPr sz="1575" b="1" i="0">
                <a:solidFill>
                  <a:srgbClr val="C53C0A"/>
                </a:solidFill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C53C0A"/>
                </a:solidFill>
              </a:defRPr>
            </a:pPr>
            <a:r>
              <a:rPr sz="1575" b="1" i="0">
                <a:solidFill>
                  <a:srgbClr val="C53C0A"/>
                </a:solidFill>
              </a:rPr>
              <a:t>AGENTE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69273-88DC-4872-B0F3-056E769E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62250"/>
            <a:ext cx="2019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 i="0">
                <a:solidFill>
                  <a:srgbClr val="57514A"/>
                </a:solidFill>
              </a:defRPr>
            </a:defPPr>
            <a:lvl1pPr algn="ctr">
              <a:defRPr sz="1200" b="0" i="0">
                <a:solidFill>
                  <a:srgbClr val="57514A"/>
                </a:solidFill>
              </a:defRPr>
            </a:lvl1pPr>
            <a:lvl2pPr algn="ctr">
              <a:defRPr sz="1200" b="0" i="0">
                <a:solidFill>
                  <a:srgbClr val="57514A"/>
                </a:solidFill>
              </a:defRPr>
            </a:lvl2pPr>
            <a:lvl3pPr algn="ctr">
              <a:defRPr sz="1200" b="0" i="0">
                <a:solidFill>
                  <a:srgbClr val="57514A"/>
                </a:solidFill>
              </a:defRPr>
            </a:lvl3pPr>
            <a:lvl4pPr algn="ctr">
              <a:defRPr sz="1200" b="0" i="0">
                <a:solidFill>
                  <a:srgbClr val="57514A"/>
                </a:solidFill>
              </a:defRPr>
            </a:lvl4pPr>
            <a:lvl5pPr algn="ctr">
              <a:defRPr sz="1200" b="0" i="0">
                <a:solidFill>
                  <a:srgbClr val="57514A"/>
                </a:solidFill>
              </a:defRPr>
            </a:lvl5pPr>
            <a:lvl6pPr algn="ctr">
              <a:defRPr sz="1200" b="0" i="0">
                <a:solidFill>
                  <a:srgbClr val="57514A"/>
                </a:solidFill>
              </a:defRPr>
            </a:lvl6pPr>
            <a:lvl7pPr algn="ctr">
              <a:defRPr sz="1200" b="0" i="0">
                <a:solidFill>
                  <a:srgbClr val="57514A"/>
                </a:solidFill>
              </a:defRPr>
            </a:lvl7pPr>
            <a:lvl8pPr algn="ctr">
              <a:defRPr sz="1200" b="0" i="0">
                <a:solidFill>
                  <a:srgbClr val="57514A"/>
                </a:solidFill>
              </a:defRPr>
            </a:lvl8pPr>
            <a:lvl9pPr algn="ctr">
              <a:defRPr sz="1200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57514A"/>
                </a:solidFill>
              </a:defRPr>
            </a:pPr>
            <a:r>
              <a:rPr sz="1200" b="0" i="0">
                <a:solidFill>
                  <a:srgbClr val="57514A"/>
                </a:solidFill>
              </a:rPr>
              <a:t>Compra el activo</a:t>
            </a:r>
          </a:p>
          <a:p xmlns:a="http://schemas.openxmlformats.org/drawingml/2006/main">
            <a:pPr algn="ctr">
              <a:defRPr sz="1200" b="0" i="0">
                <a:solidFill>
                  <a:srgbClr val="57514A"/>
                </a:solidFill>
              </a:defRPr>
            </a:pPr>
            <a:r>
              <a:rPr sz="1200" b="0" i="0">
                <a:solidFill>
                  <a:srgbClr val="57514A"/>
                </a:solidFill>
              </a:rPr>
              <a:t>y entrega efectivo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FBCC4C-AF6B-4F8C-A7EA-961F2B8A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241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A33"/>
          </a:solidFill>
          <a:ln xmlns:a="http://schemas.openxmlformats.org/drawingml/2006/main" w="9525">
            <a:solidFill>
              <a:srgbClr val="0F4A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B1C58-7A65-4143-A952-F6867DBD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7527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FFFDF8"/>
                </a:solidFill>
              </a:defRPr>
            </a:defPPr>
            <a:lvl1pPr algn="ctr">
              <a:defRPr sz="900" b="1" i="0">
                <a:solidFill>
                  <a:srgbClr val="FFFDF8"/>
                </a:solidFill>
              </a:defRPr>
            </a:lvl1pPr>
            <a:lvl2pPr algn="ctr">
              <a:defRPr sz="900" b="1" i="0">
                <a:solidFill>
                  <a:srgbClr val="FFFDF8"/>
                </a:solidFill>
              </a:defRPr>
            </a:lvl2pPr>
            <a:lvl3pPr algn="ctr">
              <a:defRPr sz="900" b="1" i="0">
                <a:solidFill>
                  <a:srgbClr val="FFFDF8"/>
                </a:solidFill>
              </a:defRPr>
            </a:lvl3pPr>
            <a:lvl4pPr algn="ctr">
              <a:defRPr sz="900" b="1" i="0">
                <a:solidFill>
                  <a:srgbClr val="FFFDF8"/>
                </a:solidFill>
              </a:defRPr>
            </a:lvl4pPr>
            <a:lvl5pPr algn="ctr">
              <a:defRPr sz="900" b="1" i="0">
                <a:solidFill>
                  <a:srgbClr val="FFFDF8"/>
                </a:solidFill>
              </a:defRPr>
            </a:lvl5pPr>
            <a:lvl6pPr algn="ctr">
              <a:defRPr sz="900" b="1" i="0">
                <a:solidFill>
                  <a:srgbClr val="FFFDF8"/>
                </a:solidFill>
              </a:defRPr>
            </a:lvl6pPr>
            <a:lvl7pPr algn="ctr">
              <a:defRPr sz="900" b="1" i="0">
                <a:solidFill>
                  <a:srgbClr val="FFFDF8"/>
                </a:solidFill>
              </a:defRPr>
            </a:lvl7pPr>
            <a:lvl8pPr algn="ctr">
              <a:defRPr sz="900" b="1" i="0">
                <a:solidFill>
                  <a:srgbClr val="FFFDF8"/>
                </a:solidFill>
              </a:defRPr>
            </a:lvl8pPr>
            <a:lvl9pPr algn="ctr">
              <a:defRPr sz="9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FFFDF8"/>
                </a:solidFill>
              </a:defRPr>
            </a:pPr>
            <a:r>
              <a:rPr sz="900" b="1" i="0">
                <a:solidFill>
                  <a:srgbClr val="FFFDF8"/>
                </a:solidFill>
              </a:rPr>
              <a:t>ACTIVO DIGITAL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36418-5918-4C84-889C-795A06D9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24150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C0A"/>
          </a:solidFill>
          <a:ln xmlns:a="http://schemas.openxmlformats.org/drawingml/2006/main" w="9525">
            <a:solidFill>
              <a:srgbClr val="C53C0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5A94E2-02F8-48A5-B732-7A5FB3E6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527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FFFDF8"/>
                </a:solidFill>
              </a:defRPr>
            </a:defPPr>
            <a:lvl1pPr algn="ctr">
              <a:defRPr sz="900" b="1" i="0">
                <a:solidFill>
                  <a:srgbClr val="FFFDF8"/>
                </a:solidFill>
              </a:defRPr>
            </a:lvl1pPr>
            <a:lvl2pPr algn="ctr">
              <a:defRPr sz="900" b="1" i="0">
                <a:solidFill>
                  <a:srgbClr val="FFFDF8"/>
                </a:solidFill>
              </a:defRPr>
            </a:lvl2pPr>
            <a:lvl3pPr algn="ctr">
              <a:defRPr sz="900" b="1" i="0">
                <a:solidFill>
                  <a:srgbClr val="FFFDF8"/>
                </a:solidFill>
              </a:defRPr>
            </a:lvl3pPr>
            <a:lvl4pPr algn="ctr">
              <a:defRPr sz="900" b="1" i="0">
                <a:solidFill>
                  <a:srgbClr val="FFFDF8"/>
                </a:solidFill>
              </a:defRPr>
            </a:lvl4pPr>
            <a:lvl5pPr algn="ctr">
              <a:defRPr sz="900" b="1" i="0">
                <a:solidFill>
                  <a:srgbClr val="FFFDF8"/>
                </a:solidFill>
              </a:defRPr>
            </a:lvl5pPr>
            <a:lvl6pPr algn="ctr">
              <a:defRPr sz="900" b="1" i="0">
                <a:solidFill>
                  <a:srgbClr val="FFFDF8"/>
                </a:solidFill>
              </a:defRPr>
            </a:lvl6pPr>
            <a:lvl7pPr algn="ctr">
              <a:defRPr sz="900" b="1" i="0">
                <a:solidFill>
                  <a:srgbClr val="FFFDF8"/>
                </a:solidFill>
              </a:defRPr>
            </a:lvl7pPr>
            <a:lvl8pPr algn="ctr">
              <a:defRPr sz="900" b="1" i="0">
                <a:solidFill>
                  <a:srgbClr val="FFFDF8"/>
                </a:solidFill>
              </a:defRPr>
            </a:lvl8pPr>
            <a:lvl9pPr algn="ctr">
              <a:defRPr sz="9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FFFDF8"/>
                </a:solidFill>
              </a:defRPr>
            </a:pPr>
            <a:r>
              <a:rPr sz="900" b="1" i="0">
                <a:solidFill>
                  <a:srgbClr val="FFFDF8"/>
                </a:solidFill>
              </a:rPr>
              <a:t>AUTORIZACIÓN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C4F00-8134-4B78-B447-CD7E7F82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241F19"/>
          </a:solidFill>
          <a:ln xmlns:a="http://schemas.openxmlformats.org/drawingml/2006/main" w="0">
            <a:solidFill>
              <a:srgbClr val="241F1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8F423F-3DD8-43A1-AFAB-F7CBAC36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4FB98A"/>
                </a:solidFill>
              </a:defRPr>
            </a:defPPr>
            <a:lvl1pPr algn="l">
              <a:defRPr sz="1275" b="1" i="0">
                <a:solidFill>
                  <a:srgbClr val="4FB98A"/>
                </a:solidFill>
              </a:defRPr>
            </a:lvl1pPr>
            <a:lvl2pPr algn="l">
              <a:defRPr sz="1275" b="1" i="0">
                <a:solidFill>
                  <a:srgbClr val="4FB98A"/>
                </a:solidFill>
              </a:defRPr>
            </a:lvl2pPr>
            <a:lvl3pPr algn="l">
              <a:defRPr sz="1275" b="1" i="0">
                <a:solidFill>
                  <a:srgbClr val="4FB98A"/>
                </a:solidFill>
              </a:defRPr>
            </a:lvl3pPr>
            <a:lvl4pPr algn="l">
              <a:defRPr sz="1275" b="1" i="0">
                <a:solidFill>
                  <a:srgbClr val="4FB98A"/>
                </a:solidFill>
              </a:defRPr>
            </a:lvl4pPr>
            <a:lvl5pPr algn="l">
              <a:defRPr sz="1275" b="1" i="0">
                <a:solidFill>
                  <a:srgbClr val="4FB98A"/>
                </a:solidFill>
              </a:defRPr>
            </a:lvl5pPr>
            <a:lvl6pPr algn="l">
              <a:defRPr sz="1275" b="1" i="0">
                <a:solidFill>
                  <a:srgbClr val="4FB98A"/>
                </a:solidFill>
              </a:defRPr>
            </a:lvl6pPr>
            <a:lvl7pPr algn="l">
              <a:defRPr sz="1275" b="1" i="0">
                <a:solidFill>
                  <a:srgbClr val="4FB98A"/>
                </a:solidFill>
              </a:defRPr>
            </a:lvl7pPr>
            <a:lvl8pPr algn="l">
              <a:defRPr sz="1275" b="1" i="0">
                <a:solidFill>
                  <a:srgbClr val="4FB98A"/>
                </a:solidFill>
              </a:defRPr>
            </a:lvl8pPr>
            <a:lvl9pPr algn="l">
              <a:defRPr sz="1275" b="1" i="0">
                <a:solidFill>
                  <a:srgbClr val="4FB98A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4FB98A"/>
                </a:solidFill>
              </a:defRPr>
            </a:pPr>
            <a:r>
              <a:rPr sz="1275" b="1" i="0">
                <a:solidFill>
                  <a:srgbClr val="4FB98A"/>
                </a:solidFill>
              </a:rPr>
              <a:t>Lo que el contrato sí sabe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6730BD-13E1-4AAD-8FE8-577C2960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FFDF8"/>
                </a:solidFill>
              </a:defRPr>
            </a:defPPr>
            <a:lvl1pPr algn="l">
              <a:defRPr sz="1275" b="0" i="0">
                <a:solidFill>
                  <a:srgbClr val="FFFDF8"/>
                </a:solidFill>
              </a:defRPr>
            </a:lvl1pPr>
            <a:lvl2pPr algn="l">
              <a:defRPr sz="1275" b="0" i="0">
                <a:solidFill>
                  <a:srgbClr val="FFFDF8"/>
                </a:solidFill>
              </a:defRPr>
            </a:lvl2pPr>
            <a:lvl3pPr algn="l">
              <a:defRPr sz="1275" b="0" i="0">
                <a:solidFill>
                  <a:srgbClr val="FFFDF8"/>
                </a:solidFill>
              </a:defRPr>
            </a:lvl3pPr>
            <a:lvl4pPr algn="l">
              <a:defRPr sz="1275" b="0" i="0">
                <a:solidFill>
                  <a:srgbClr val="FFFDF8"/>
                </a:solidFill>
              </a:defRPr>
            </a:lvl4pPr>
            <a:lvl5pPr algn="l">
              <a:defRPr sz="1275" b="0" i="0">
                <a:solidFill>
                  <a:srgbClr val="FFFDF8"/>
                </a:solidFill>
              </a:defRPr>
            </a:lvl5pPr>
            <a:lvl6pPr algn="l">
              <a:defRPr sz="1275" b="0" i="0">
                <a:solidFill>
                  <a:srgbClr val="FFFDF8"/>
                </a:solidFill>
              </a:defRPr>
            </a:lvl6pPr>
            <a:lvl7pPr algn="l">
              <a:defRPr sz="1275" b="0" i="0">
                <a:solidFill>
                  <a:srgbClr val="FFFDF8"/>
                </a:solidFill>
              </a:defRPr>
            </a:lvl7pPr>
            <a:lvl8pPr algn="l">
              <a:defRPr sz="1275" b="0" i="0">
                <a:solidFill>
                  <a:srgbClr val="FFFDF8"/>
                </a:solidFill>
              </a:defRPr>
            </a:lvl8pPr>
            <a:lvl9pPr algn="l">
              <a:defRPr sz="1275" b="0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DF8"/>
                </a:solidFill>
              </a:defRPr>
            </a:pPr>
            <a:r>
              <a:rPr sz="1275" b="0" i="0">
                <a:solidFill>
                  <a:srgbClr val="FFFDF8"/>
                </a:solidFill>
              </a:rPr>
              <a:t>quién autorizó · cuánto se bloqueó · si venció el plazo · si el secreto es correcto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239B4A-BB51-4070-A3BD-090C77AF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2631F"/>
                </a:solidFill>
              </a:defRPr>
            </a:defPPr>
            <a:lvl1pPr algn="l">
              <a:defRPr sz="1275" b="1" i="0">
                <a:solidFill>
                  <a:srgbClr val="F2631F"/>
                </a:solidFill>
              </a:defRPr>
            </a:lvl1pPr>
            <a:lvl2pPr algn="l">
              <a:defRPr sz="1275" b="1" i="0">
                <a:solidFill>
                  <a:srgbClr val="F2631F"/>
                </a:solidFill>
              </a:defRPr>
            </a:lvl2pPr>
            <a:lvl3pPr algn="l">
              <a:defRPr sz="1275" b="1" i="0">
                <a:solidFill>
                  <a:srgbClr val="F2631F"/>
                </a:solidFill>
              </a:defRPr>
            </a:lvl3pPr>
            <a:lvl4pPr algn="l">
              <a:defRPr sz="1275" b="1" i="0">
                <a:solidFill>
                  <a:srgbClr val="F2631F"/>
                </a:solidFill>
              </a:defRPr>
            </a:lvl4pPr>
            <a:lvl5pPr algn="l">
              <a:defRPr sz="1275" b="1" i="0">
                <a:solidFill>
                  <a:srgbClr val="F2631F"/>
                </a:solidFill>
              </a:defRPr>
            </a:lvl5pPr>
            <a:lvl6pPr algn="l">
              <a:defRPr sz="1275" b="1" i="0">
                <a:solidFill>
                  <a:srgbClr val="F2631F"/>
                </a:solidFill>
              </a:defRPr>
            </a:lvl6pPr>
            <a:lvl7pPr algn="l">
              <a:defRPr sz="1275" b="1" i="0">
                <a:solidFill>
                  <a:srgbClr val="F2631F"/>
                </a:solidFill>
              </a:defRPr>
            </a:lvl7pPr>
            <a:lvl8pPr algn="l">
              <a:defRPr sz="1275" b="1" i="0">
                <a:solidFill>
                  <a:srgbClr val="F2631F"/>
                </a:solidFill>
              </a:defRPr>
            </a:lvl8pPr>
            <a:lvl9pPr algn="l">
              <a:defRPr sz="1275" b="1" i="0">
                <a:solidFill>
                  <a:srgbClr val="F2631F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F2631F"/>
                </a:solidFill>
              </a:defRPr>
            </a:pPr>
            <a:r>
              <a:rPr sz="1275" b="1" i="0">
                <a:solidFill>
                  <a:srgbClr val="F2631F"/>
                </a:solidFill>
              </a:rPr>
              <a:t>Lo que el contrato no sabe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38C5FF-B12B-4808-B58D-99772113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387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FFDF8"/>
                </a:solidFill>
              </a:defRPr>
            </a:defPPr>
            <a:lvl1pPr algn="l">
              <a:defRPr sz="1275" b="0" i="0">
                <a:solidFill>
                  <a:srgbClr val="FFFDF8"/>
                </a:solidFill>
              </a:defRPr>
            </a:lvl1pPr>
            <a:lvl2pPr algn="l">
              <a:defRPr sz="1275" b="0" i="0">
                <a:solidFill>
                  <a:srgbClr val="FFFDF8"/>
                </a:solidFill>
              </a:defRPr>
            </a:lvl2pPr>
            <a:lvl3pPr algn="l">
              <a:defRPr sz="1275" b="0" i="0">
                <a:solidFill>
                  <a:srgbClr val="FFFDF8"/>
                </a:solidFill>
              </a:defRPr>
            </a:lvl3pPr>
            <a:lvl4pPr algn="l">
              <a:defRPr sz="1275" b="0" i="0">
                <a:solidFill>
                  <a:srgbClr val="FFFDF8"/>
                </a:solidFill>
              </a:defRPr>
            </a:lvl4pPr>
            <a:lvl5pPr algn="l">
              <a:defRPr sz="1275" b="0" i="0">
                <a:solidFill>
                  <a:srgbClr val="FFFDF8"/>
                </a:solidFill>
              </a:defRPr>
            </a:lvl5pPr>
            <a:lvl6pPr algn="l">
              <a:defRPr sz="1275" b="0" i="0">
                <a:solidFill>
                  <a:srgbClr val="FFFDF8"/>
                </a:solidFill>
              </a:defRPr>
            </a:lvl6pPr>
            <a:lvl7pPr algn="l">
              <a:defRPr sz="1275" b="0" i="0">
                <a:solidFill>
                  <a:srgbClr val="FFFDF8"/>
                </a:solidFill>
              </a:defRPr>
            </a:lvl7pPr>
            <a:lvl8pPr algn="l">
              <a:defRPr sz="1275" b="0" i="0">
                <a:solidFill>
                  <a:srgbClr val="FFFDF8"/>
                </a:solidFill>
              </a:defRPr>
            </a:lvl8pPr>
            <a:lvl9pPr algn="l">
              <a:defRPr sz="1275" b="0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DF8"/>
                </a:solidFill>
              </a:defRPr>
            </a:pPr>
            <a:r>
              <a:rPr sz="1275" b="0" i="0">
                <a:solidFill>
                  <a:srgbClr val="FFFDF8"/>
                </a:solidFill>
              </a:rPr>
              <a:t>si el efectivo realmente cambió de manos</a:t>
            </a:r>
          </a:p>
        </p:txBody>
      </p:sp>
    </p:spTree>
    <p:extLst>
      <p:ext uri="{BB962C8B-B14F-4D97-AF65-F5344CB8AC3E}">
        <p14:creationId xmlns:p14="http://schemas.microsoft.com/office/powerpoint/2010/main" val="1341874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BE9B13-EB9C-4005-8756-BC6080C8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 i="0">
                <a:solidFill>
                  <a:srgbClr val="0F4A33"/>
                </a:solidFill>
              </a:defRPr>
            </a:defPPr>
            <a:lvl1pPr algn="l">
              <a:defRPr sz="825" b="1" i="0">
                <a:solidFill>
                  <a:srgbClr val="0F4A33"/>
                </a:solidFill>
              </a:defRPr>
            </a:lvl1pPr>
            <a:lvl2pPr algn="l">
              <a:defRPr sz="825" b="1" i="0">
                <a:solidFill>
                  <a:srgbClr val="0F4A33"/>
                </a:solidFill>
              </a:defRPr>
            </a:lvl2pPr>
            <a:lvl3pPr algn="l">
              <a:defRPr sz="825" b="1" i="0">
                <a:solidFill>
                  <a:srgbClr val="0F4A33"/>
                </a:solidFill>
              </a:defRPr>
            </a:lvl3pPr>
            <a:lvl4pPr algn="l">
              <a:defRPr sz="825" b="1" i="0">
                <a:solidFill>
                  <a:srgbClr val="0F4A33"/>
                </a:solidFill>
              </a:defRPr>
            </a:lvl4pPr>
            <a:lvl5pPr algn="l">
              <a:defRPr sz="825" b="1" i="0">
                <a:solidFill>
                  <a:srgbClr val="0F4A33"/>
                </a:solidFill>
              </a:defRPr>
            </a:lvl5pPr>
            <a:lvl6pPr algn="l">
              <a:defRPr sz="825" b="1" i="0">
                <a:solidFill>
                  <a:srgbClr val="0F4A33"/>
                </a:solidFill>
              </a:defRPr>
            </a:lvl6pPr>
            <a:lvl7pPr algn="l">
              <a:defRPr sz="825" b="1" i="0">
                <a:solidFill>
                  <a:srgbClr val="0F4A33"/>
                </a:solidFill>
              </a:defRPr>
            </a:lvl7pPr>
            <a:lvl8pPr algn="l">
              <a:defRPr sz="825" b="1" i="0">
                <a:solidFill>
                  <a:srgbClr val="0F4A33"/>
                </a:solidFill>
              </a:defRPr>
            </a:lvl8pPr>
            <a:lvl9pPr algn="l">
              <a:defRPr sz="825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0F4A33"/>
                </a:solidFill>
              </a:defRPr>
            </a:pPr>
            <a:r>
              <a:rPr sz="825" b="1" i="0">
                <a:solidFill>
                  <a:srgbClr val="0F4A33"/>
                </a:solidFill>
              </a:rPr>
              <a:t>MICOPAY · ESCROW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CF748-2050-4BC5-8DE6-8F54D2EA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 i="0">
                <a:solidFill>
                  <a:srgbClr val="857D71"/>
                </a:solidFill>
              </a:defRPr>
            </a:defPPr>
            <a:lvl1pPr algn="r">
              <a:defRPr sz="825" b="1" i="0">
                <a:solidFill>
                  <a:srgbClr val="857D71"/>
                </a:solidFill>
              </a:defRPr>
            </a:lvl1pPr>
            <a:lvl2pPr algn="r">
              <a:defRPr sz="825" b="1" i="0">
                <a:solidFill>
                  <a:srgbClr val="857D71"/>
                </a:solidFill>
              </a:defRPr>
            </a:lvl2pPr>
            <a:lvl3pPr algn="r">
              <a:defRPr sz="825" b="1" i="0">
                <a:solidFill>
                  <a:srgbClr val="857D71"/>
                </a:solidFill>
              </a:defRPr>
            </a:lvl3pPr>
            <a:lvl4pPr algn="r">
              <a:defRPr sz="825" b="1" i="0">
                <a:solidFill>
                  <a:srgbClr val="857D71"/>
                </a:solidFill>
              </a:defRPr>
            </a:lvl4pPr>
            <a:lvl5pPr algn="r">
              <a:defRPr sz="825" b="1" i="0">
                <a:solidFill>
                  <a:srgbClr val="857D71"/>
                </a:solidFill>
              </a:defRPr>
            </a:lvl5pPr>
            <a:lvl6pPr algn="r">
              <a:defRPr sz="825" b="1" i="0">
                <a:solidFill>
                  <a:srgbClr val="857D71"/>
                </a:solidFill>
              </a:defRPr>
            </a:lvl6pPr>
            <a:lvl7pPr algn="r">
              <a:defRPr sz="825" b="1" i="0">
                <a:solidFill>
                  <a:srgbClr val="857D71"/>
                </a:solidFill>
              </a:defRPr>
            </a:lvl7pPr>
            <a:lvl8pPr algn="r">
              <a:defRPr sz="825" b="1" i="0">
                <a:solidFill>
                  <a:srgbClr val="857D71"/>
                </a:solidFill>
              </a:defRPr>
            </a:lvl8pPr>
            <a:lvl9pPr algn="r">
              <a:defRPr sz="825" b="1" i="0">
                <a:solidFill>
                  <a:srgbClr val="857D71"/>
                </a:solidFill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857D71"/>
                </a:solidFill>
              </a:defRPr>
            </a:pPr>
            <a:r>
              <a:rPr sz="825" b="1" i="0">
                <a:solidFill>
                  <a:srgbClr val="857D71"/>
                </a:solidFill>
              </a:rPr>
              <a:t>LLAVES Y RESPONSABILIDADES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8B9D0-DA9B-4848-9CBD-FA0135C6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D5C4"/>
          </a:solidFill>
          <a:ln xmlns:a="http://schemas.openxmlformats.org/drawingml/2006/main" w="0">
            <a:solidFill>
              <a:srgbClr val="DDD5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A7D09-ACC5-4666-AD04-0F79CFB5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 i="0">
                <a:solidFill>
                  <a:srgbClr val="857D71"/>
                </a:solidFill>
              </a:defRPr>
            </a:defPPr>
            <a:lvl1pPr algn="r">
              <a:defRPr sz="750" b="0" i="0">
                <a:solidFill>
                  <a:srgbClr val="857D71"/>
                </a:solidFill>
              </a:defRPr>
            </a:lvl1pPr>
            <a:lvl2pPr algn="r">
              <a:defRPr sz="750" b="0" i="0">
                <a:solidFill>
                  <a:srgbClr val="857D71"/>
                </a:solidFill>
              </a:defRPr>
            </a:lvl2pPr>
            <a:lvl3pPr algn="r">
              <a:defRPr sz="750" b="0" i="0">
                <a:solidFill>
                  <a:srgbClr val="857D71"/>
                </a:solidFill>
              </a:defRPr>
            </a:lvl3pPr>
            <a:lvl4pPr algn="r">
              <a:defRPr sz="750" b="0" i="0">
                <a:solidFill>
                  <a:srgbClr val="857D71"/>
                </a:solidFill>
              </a:defRPr>
            </a:lvl4pPr>
            <a:lvl5pPr algn="r">
              <a:defRPr sz="750" b="0" i="0">
                <a:solidFill>
                  <a:srgbClr val="857D71"/>
                </a:solidFill>
              </a:defRPr>
            </a:lvl5pPr>
            <a:lvl6pPr algn="r">
              <a:defRPr sz="750" b="0" i="0">
                <a:solidFill>
                  <a:srgbClr val="857D71"/>
                </a:solidFill>
              </a:defRPr>
            </a:lvl6pPr>
            <a:lvl7pPr algn="r">
              <a:defRPr sz="750" b="0" i="0">
                <a:solidFill>
                  <a:srgbClr val="857D71"/>
                </a:solidFill>
              </a:defRPr>
            </a:lvl7pPr>
            <a:lvl8pPr algn="r">
              <a:defRPr sz="750" b="0" i="0">
                <a:solidFill>
                  <a:srgbClr val="857D71"/>
                </a:solidFill>
              </a:defRPr>
            </a:lvl8pPr>
            <a:lvl9pPr algn="r">
              <a:defRPr sz="750" b="0" i="0">
                <a:solidFill>
                  <a:srgbClr val="857D71"/>
                </a:solidFill>
              </a:defRPr>
            </a:lvl9pPr>
          </a:lstStyle>
          <a:p xmlns:a="http://schemas.openxmlformats.org/drawingml/2006/main">
            <a:pPr algn="r">
              <a:defRPr sz="750" b="0" i="0">
                <a:solidFill>
                  <a:srgbClr val="857D71"/>
                </a:solidFill>
              </a:defRPr>
            </a:pPr>
            <a:r>
              <a:rPr sz="750" b="0" i="0">
                <a:solidFill>
                  <a:srgbClr val="857D71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9C5A6-7966-4217-81D2-F935B000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 i="0">
                <a:solidFill>
                  <a:srgbClr val="16130F"/>
                </a:solidFill>
              </a:defRPr>
            </a:defPPr>
            <a:lvl1pPr algn="l">
              <a:defRPr sz="2550" b="1" i="0">
                <a:solidFill>
                  <a:srgbClr val="16130F"/>
                </a:solidFill>
              </a:defRPr>
            </a:lvl1pPr>
            <a:lvl2pPr algn="l">
              <a:defRPr sz="2550" b="1" i="0">
                <a:solidFill>
                  <a:srgbClr val="16130F"/>
                </a:solidFill>
              </a:defRPr>
            </a:lvl2pPr>
            <a:lvl3pPr algn="l">
              <a:defRPr sz="2550" b="1" i="0">
                <a:solidFill>
                  <a:srgbClr val="16130F"/>
                </a:solidFill>
              </a:defRPr>
            </a:lvl3pPr>
            <a:lvl4pPr algn="l">
              <a:defRPr sz="2550" b="1" i="0">
                <a:solidFill>
                  <a:srgbClr val="16130F"/>
                </a:solidFill>
              </a:defRPr>
            </a:lvl4pPr>
            <a:lvl5pPr algn="l">
              <a:defRPr sz="2550" b="1" i="0">
                <a:solidFill>
                  <a:srgbClr val="16130F"/>
                </a:solidFill>
              </a:defRPr>
            </a:lvl5pPr>
            <a:lvl6pPr algn="l">
              <a:defRPr sz="2550" b="1" i="0">
                <a:solidFill>
                  <a:srgbClr val="16130F"/>
                </a:solidFill>
              </a:defRPr>
            </a:lvl6pPr>
            <a:lvl7pPr algn="l">
              <a:defRPr sz="2550" b="1" i="0">
                <a:solidFill>
                  <a:srgbClr val="16130F"/>
                </a:solidFill>
              </a:defRPr>
            </a:lvl7pPr>
            <a:lvl8pPr algn="l">
              <a:defRPr sz="2550" b="1" i="0">
                <a:solidFill>
                  <a:srgbClr val="16130F"/>
                </a:solidFill>
              </a:defRPr>
            </a:lvl8pPr>
            <a:lvl9pPr algn="l">
              <a:defRPr sz="255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6130F"/>
                </a:solidFill>
              </a:defRPr>
            </a:pPr>
            <a:r>
              <a:rPr sz="2550" b="1" i="0">
                <a:solidFill>
                  <a:srgbClr val="16130F"/>
                </a:solidFill>
              </a:rPr>
              <a:t>Cada participante controla una pieza distinta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28136-57B8-4BE6-B73C-2052B948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57514A"/>
                </a:solidFill>
              </a:defRPr>
            </a:defPPr>
            <a:lvl1pPr algn="l">
              <a:defRPr sz="1350" b="0" i="0">
                <a:solidFill>
                  <a:srgbClr val="57514A"/>
                </a:solidFill>
              </a:defRPr>
            </a:lvl1pPr>
            <a:lvl2pPr algn="l">
              <a:defRPr sz="1350" b="0" i="0">
                <a:solidFill>
                  <a:srgbClr val="57514A"/>
                </a:solidFill>
              </a:defRPr>
            </a:lvl2pPr>
            <a:lvl3pPr algn="l">
              <a:defRPr sz="1350" b="0" i="0">
                <a:solidFill>
                  <a:srgbClr val="57514A"/>
                </a:solidFill>
              </a:defRPr>
            </a:lvl3pPr>
            <a:lvl4pPr algn="l">
              <a:defRPr sz="1350" b="0" i="0">
                <a:solidFill>
                  <a:srgbClr val="57514A"/>
                </a:solidFill>
              </a:defRPr>
            </a:lvl4pPr>
            <a:lvl5pPr algn="l">
              <a:defRPr sz="1350" b="0" i="0">
                <a:solidFill>
                  <a:srgbClr val="57514A"/>
                </a:solidFill>
              </a:defRPr>
            </a:lvl5pPr>
            <a:lvl6pPr algn="l">
              <a:defRPr sz="1350" b="0" i="0">
                <a:solidFill>
                  <a:srgbClr val="57514A"/>
                </a:solidFill>
              </a:defRPr>
            </a:lvl6pPr>
            <a:lvl7pPr algn="l">
              <a:defRPr sz="1350" b="0" i="0">
                <a:solidFill>
                  <a:srgbClr val="57514A"/>
                </a:solidFill>
              </a:defRPr>
            </a:lvl7pPr>
            <a:lvl8pPr algn="l">
              <a:defRPr sz="1350" b="0" i="0">
                <a:solidFill>
                  <a:srgbClr val="57514A"/>
                </a:solidFill>
              </a:defRPr>
            </a:lvl8pPr>
            <a:lvl9pPr algn="l">
              <a:defRPr sz="1350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7514A"/>
                </a:solidFill>
              </a:defRPr>
            </a:pPr>
            <a:r>
              <a:rPr sz="1350" b="0" i="0">
                <a:solidFill>
                  <a:srgbClr val="57514A"/>
                </a:solidFill>
              </a:rPr>
              <a:t>La seguridad no depende de una sola wallet ni de una sola base de datos.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4B214-B4BF-49A7-8C92-83789DC3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400300" cy="3048000"/>
          </a:xfrm>
          <a:prstGeom xmlns:a="http://schemas.openxmlformats.org/drawingml/2006/main" prst="roundRect">
            <a:avLst>
              <a:gd name="adj" fmla="val 794"/>
            </a:avLst>
          </a:prstGeom>
          <a:solidFill xmlns:a="http://schemas.openxmlformats.org/drawingml/2006/main">
            <a:srgbClr val="E4EDE6"/>
          </a:solidFill>
          <a:ln xmlns:a="http://schemas.openxmlformats.org/drawingml/2006/main" w="19050">
            <a:solidFill>
              <a:srgbClr val="0F4A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7A760-F35F-4D35-88CB-53959654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400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F4A33"/>
          </a:solidFill>
          <a:ln xmlns:a="http://schemas.openxmlformats.org/drawingml/2006/main" w="0">
            <a:solidFill>
              <a:srgbClr val="0F4A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81174-3171-44FB-92B6-84D9D948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6130F"/>
                </a:solidFill>
              </a:defRPr>
            </a:defPPr>
            <a:lvl1pPr algn="l">
              <a:defRPr sz="1650" b="1" i="0">
                <a:solidFill>
                  <a:srgbClr val="16130F"/>
                </a:solidFill>
              </a:defRPr>
            </a:lvl1pPr>
            <a:lvl2pPr algn="l">
              <a:defRPr sz="1650" b="1" i="0">
                <a:solidFill>
                  <a:srgbClr val="16130F"/>
                </a:solidFill>
              </a:defRPr>
            </a:lvl2pPr>
            <a:lvl3pPr algn="l">
              <a:defRPr sz="1650" b="1" i="0">
                <a:solidFill>
                  <a:srgbClr val="16130F"/>
                </a:solidFill>
              </a:defRPr>
            </a:lvl3pPr>
            <a:lvl4pPr algn="l">
              <a:defRPr sz="1650" b="1" i="0">
                <a:solidFill>
                  <a:srgbClr val="16130F"/>
                </a:solidFill>
              </a:defRPr>
            </a:lvl4pPr>
            <a:lvl5pPr algn="l">
              <a:defRPr sz="1650" b="1" i="0">
                <a:solidFill>
                  <a:srgbClr val="16130F"/>
                </a:solidFill>
              </a:defRPr>
            </a:lvl5pPr>
            <a:lvl6pPr algn="l">
              <a:defRPr sz="1650" b="1" i="0">
                <a:solidFill>
                  <a:srgbClr val="16130F"/>
                </a:solidFill>
              </a:defRPr>
            </a:lvl6pPr>
            <a:lvl7pPr algn="l">
              <a:defRPr sz="1650" b="1" i="0">
                <a:solidFill>
                  <a:srgbClr val="16130F"/>
                </a:solidFill>
              </a:defRPr>
            </a:lvl7pPr>
            <a:lvl8pPr algn="l">
              <a:defRPr sz="1650" b="1" i="0">
                <a:solidFill>
                  <a:srgbClr val="16130F"/>
                </a:solidFill>
              </a:defRPr>
            </a:lvl8pPr>
            <a:lvl9pPr algn="l">
              <a:defRPr sz="165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6130F"/>
                </a:solidFill>
              </a:defRPr>
            </a:pPr>
            <a:r>
              <a:rPr sz="1650" b="1" i="0">
                <a:solidFill>
                  <a:srgbClr val="16130F"/>
                </a:solidFill>
              </a:rPr>
              <a:t>APK del usuario y agente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39A7F-2441-483C-85B5-5890F918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943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7514A"/>
                </a:solidFill>
              </a:defRPr>
            </a:defPPr>
            <a:lvl1pPr algn="l">
              <a:defRPr sz="1275" b="0" i="0">
                <a:solidFill>
                  <a:srgbClr val="57514A"/>
                </a:solidFill>
              </a:defRPr>
            </a:lvl1pPr>
            <a:lvl2pPr algn="l">
              <a:defRPr sz="1275" b="0" i="0">
                <a:solidFill>
                  <a:srgbClr val="57514A"/>
                </a:solidFill>
              </a:defRPr>
            </a:lvl2pPr>
            <a:lvl3pPr algn="l">
              <a:defRPr sz="1275" b="0" i="0">
                <a:solidFill>
                  <a:srgbClr val="57514A"/>
                </a:solidFill>
              </a:defRPr>
            </a:lvl3pPr>
            <a:lvl4pPr algn="l">
              <a:defRPr sz="1275" b="0" i="0">
                <a:solidFill>
                  <a:srgbClr val="57514A"/>
                </a:solidFill>
              </a:defRPr>
            </a:lvl4pPr>
            <a:lvl5pPr algn="l">
              <a:defRPr sz="1275" b="0" i="0">
                <a:solidFill>
                  <a:srgbClr val="57514A"/>
                </a:solidFill>
              </a:defRPr>
            </a:lvl5pPr>
            <a:lvl6pPr algn="l">
              <a:defRPr sz="1275" b="0" i="0">
                <a:solidFill>
                  <a:srgbClr val="57514A"/>
                </a:solidFill>
              </a:defRPr>
            </a:lvl6pPr>
            <a:lvl7pPr algn="l">
              <a:defRPr sz="1275" b="0" i="0">
                <a:solidFill>
                  <a:srgbClr val="57514A"/>
                </a:solidFill>
              </a:defRPr>
            </a:lvl7pPr>
            <a:lvl8pPr algn="l">
              <a:defRPr sz="1275" b="0" i="0">
                <a:solidFill>
                  <a:srgbClr val="57514A"/>
                </a:solidFill>
              </a:defRPr>
            </a:lvl8pPr>
            <a:lvl9pPr algn="l">
              <a:defRPr sz="127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Android Keystore protege la llave.</a:t>
            </a:r>
          </a:p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La app revisa y firma la autorización del usuario.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F6178-C82F-4660-9505-78CD886E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943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A33"/>
          </a:solidFill>
          <a:ln xmlns:a="http://schemas.openxmlformats.org/drawingml/2006/main" w="9525">
            <a:solidFill>
              <a:srgbClr val="0F4A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8CCED-44DD-4278-B6E4-E99DA6CB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815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FFFDF8"/>
                </a:solidFill>
              </a:defRPr>
            </a:defPPr>
            <a:lvl1pPr algn="ctr">
              <a:defRPr sz="900" b="1" i="0">
                <a:solidFill>
                  <a:srgbClr val="FFFDF8"/>
                </a:solidFill>
              </a:defRPr>
            </a:lvl1pPr>
            <a:lvl2pPr algn="ctr">
              <a:defRPr sz="900" b="1" i="0">
                <a:solidFill>
                  <a:srgbClr val="FFFDF8"/>
                </a:solidFill>
              </a:defRPr>
            </a:lvl2pPr>
            <a:lvl3pPr algn="ctr">
              <a:defRPr sz="900" b="1" i="0">
                <a:solidFill>
                  <a:srgbClr val="FFFDF8"/>
                </a:solidFill>
              </a:defRPr>
            </a:lvl3pPr>
            <a:lvl4pPr algn="ctr">
              <a:defRPr sz="900" b="1" i="0">
                <a:solidFill>
                  <a:srgbClr val="FFFDF8"/>
                </a:solidFill>
              </a:defRPr>
            </a:lvl4pPr>
            <a:lvl5pPr algn="ctr">
              <a:defRPr sz="900" b="1" i="0">
                <a:solidFill>
                  <a:srgbClr val="FFFDF8"/>
                </a:solidFill>
              </a:defRPr>
            </a:lvl5pPr>
            <a:lvl6pPr algn="ctr">
              <a:defRPr sz="900" b="1" i="0">
                <a:solidFill>
                  <a:srgbClr val="FFFDF8"/>
                </a:solidFill>
              </a:defRPr>
            </a:lvl6pPr>
            <a:lvl7pPr algn="ctr">
              <a:defRPr sz="900" b="1" i="0">
                <a:solidFill>
                  <a:srgbClr val="FFFDF8"/>
                </a:solidFill>
              </a:defRPr>
            </a:lvl7pPr>
            <a:lvl8pPr algn="ctr">
              <a:defRPr sz="900" b="1" i="0">
                <a:solidFill>
                  <a:srgbClr val="FFFDF8"/>
                </a:solidFill>
              </a:defRPr>
            </a:lvl8pPr>
            <a:lvl9pPr algn="ctr">
              <a:defRPr sz="9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FFFDF8"/>
                </a:solidFill>
              </a:defRPr>
            </a:pPr>
            <a:r>
              <a:rPr sz="900" b="1" i="0">
                <a:solidFill>
                  <a:srgbClr val="FFFDF8"/>
                </a:solidFill>
              </a:rPr>
              <a:t>NO SALE DEL DISPOSITIVO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57751-9811-4AA0-8E30-0D2C6364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400300" cy="3048000"/>
          </a:xfrm>
          <a:prstGeom xmlns:a="http://schemas.openxmlformats.org/drawingml/2006/main" prst="roundRect">
            <a:avLst>
              <a:gd name="adj" fmla="val 79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6130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DFB53-BF49-48E7-B0F1-24DDA3FF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400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130F"/>
          </a:solidFill>
          <a:ln xmlns:a="http://schemas.openxmlformats.org/drawingml/2006/main" w="0">
            <a:solidFill>
              <a:srgbClr val="16130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B4CA0-D3AA-4F6B-A75A-579CA5F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193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6130F"/>
                </a:solidFill>
              </a:defRPr>
            </a:defPPr>
            <a:lvl1pPr algn="l">
              <a:defRPr sz="1650" b="1" i="0">
                <a:solidFill>
                  <a:srgbClr val="16130F"/>
                </a:solidFill>
              </a:defRPr>
            </a:lvl1pPr>
            <a:lvl2pPr algn="l">
              <a:defRPr sz="1650" b="1" i="0">
                <a:solidFill>
                  <a:srgbClr val="16130F"/>
                </a:solidFill>
              </a:defRPr>
            </a:lvl2pPr>
            <a:lvl3pPr algn="l">
              <a:defRPr sz="1650" b="1" i="0">
                <a:solidFill>
                  <a:srgbClr val="16130F"/>
                </a:solidFill>
              </a:defRPr>
            </a:lvl3pPr>
            <a:lvl4pPr algn="l">
              <a:defRPr sz="1650" b="1" i="0">
                <a:solidFill>
                  <a:srgbClr val="16130F"/>
                </a:solidFill>
              </a:defRPr>
            </a:lvl4pPr>
            <a:lvl5pPr algn="l">
              <a:defRPr sz="1650" b="1" i="0">
                <a:solidFill>
                  <a:srgbClr val="16130F"/>
                </a:solidFill>
              </a:defRPr>
            </a:lvl5pPr>
            <a:lvl6pPr algn="l">
              <a:defRPr sz="1650" b="1" i="0">
                <a:solidFill>
                  <a:srgbClr val="16130F"/>
                </a:solidFill>
              </a:defRPr>
            </a:lvl6pPr>
            <a:lvl7pPr algn="l">
              <a:defRPr sz="1650" b="1" i="0">
                <a:solidFill>
                  <a:srgbClr val="16130F"/>
                </a:solidFill>
              </a:defRPr>
            </a:lvl7pPr>
            <a:lvl8pPr algn="l">
              <a:defRPr sz="1650" b="1" i="0">
                <a:solidFill>
                  <a:srgbClr val="16130F"/>
                </a:solidFill>
              </a:defRPr>
            </a:lvl8pPr>
            <a:lvl9pPr algn="l">
              <a:defRPr sz="165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6130F"/>
                </a:solidFill>
              </a:defRPr>
            </a:pPr>
            <a:r>
              <a:rPr sz="1650" b="1" i="0">
                <a:solidFill>
                  <a:srgbClr val="16130F"/>
                </a:solidFill>
              </a:rPr>
              <a:t>Contrato escrow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4585B-7B8F-417E-8400-535404ED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81350"/>
            <a:ext cx="1943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7514A"/>
                </a:solidFill>
              </a:defRPr>
            </a:defPPr>
            <a:lvl1pPr algn="l">
              <a:defRPr sz="1275" b="0" i="0">
                <a:solidFill>
                  <a:srgbClr val="57514A"/>
                </a:solidFill>
              </a:defRPr>
            </a:lvl1pPr>
            <a:lvl2pPr algn="l">
              <a:defRPr sz="1275" b="0" i="0">
                <a:solidFill>
                  <a:srgbClr val="57514A"/>
                </a:solidFill>
              </a:defRPr>
            </a:lvl2pPr>
            <a:lvl3pPr algn="l">
              <a:defRPr sz="1275" b="0" i="0">
                <a:solidFill>
                  <a:srgbClr val="57514A"/>
                </a:solidFill>
              </a:defRPr>
            </a:lvl3pPr>
            <a:lvl4pPr algn="l">
              <a:defRPr sz="1275" b="0" i="0">
                <a:solidFill>
                  <a:srgbClr val="57514A"/>
                </a:solidFill>
              </a:defRPr>
            </a:lvl4pPr>
            <a:lvl5pPr algn="l">
              <a:defRPr sz="1275" b="0" i="0">
                <a:solidFill>
                  <a:srgbClr val="57514A"/>
                </a:solidFill>
              </a:defRPr>
            </a:lvl5pPr>
            <a:lvl6pPr algn="l">
              <a:defRPr sz="1275" b="0" i="0">
                <a:solidFill>
                  <a:srgbClr val="57514A"/>
                </a:solidFill>
              </a:defRPr>
            </a:lvl6pPr>
            <a:lvl7pPr algn="l">
              <a:defRPr sz="1275" b="0" i="0">
                <a:solidFill>
                  <a:srgbClr val="57514A"/>
                </a:solidFill>
              </a:defRPr>
            </a:lvl7pPr>
            <a:lvl8pPr algn="l">
              <a:defRPr sz="1275" b="0" i="0">
                <a:solidFill>
                  <a:srgbClr val="57514A"/>
                </a:solidFill>
              </a:defRPr>
            </a:lvl8pPr>
            <a:lvl9pPr algn="l">
              <a:defRPr sz="127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Conserva el activo bloqueado.</a:t>
            </a:r>
          </a:p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Solo acepta lock, release, decline o refund válidos.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07DD6-6505-4A9A-9143-6A27F143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52950"/>
            <a:ext cx="1943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130F"/>
          </a:solidFill>
          <a:ln xmlns:a="http://schemas.openxmlformats.org/drawingml/2006/main" w="9525">
            <a:solidFill>
              <a:srgbClr val="16130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2E683-E401-40A2-A1AD-155F7EC6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815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FFFDF8"/>
                </a:solidFill>
              </a:defRPr>
            </a:defPPr>
            <a:lvl1pPr algn="ctr">
              <a:defRPr sz="900" b="1" i="0">
                <a:solidFill>
                  <a:srgbClr val="FFFDF8"/>
                </a:solidFill>
              </a:defRPr>
            </a:lvl1pPr>
            <a:lvl2pPr algn="ctr">
              <a:defRPr sz="900" b="1" i="0">
                <a:solidFill>
                  <a:srgbClr val="FFFDF8"/>
                </a:solidFill>
              </a:defRPr>
            </a:lvl2pPr>
            <a:lvl3pPr algn="ctr">
              <a:defRPr sz="900" b="1" i="0">
                <a:solidFill>
                  <a:srgbClr val="FFFDF8"/>
                </a:solidFill>
              </a:defRPr>
            </a:lvl3pPr>
            <a:lvl4pPr algn="ctr">
              <a:defRPr sz="900" b="1" i="0">
                <a:solidFill>
                  <a:srgbClr val="FFFDF8"/>
                </a:solidFill>
              </a:defRPr>
            </a:lvl4pPr>
            <a:lvl5pPr algn="ctr">
              <a:defRPr sz="900" b="1" i="0">
                <a:solidFill>
                  <a:srgbClr val="FFFDF8"/>
                </a:solidFill>
              </a:defRPr>
            </a:lvl5pPr>
            <a:lvl6pPr algn="ctr">
              <a:defRPr sz="900" b="1" i="0">
                <a:solidFill>
                  <a:srgbClr val="FFFDF8"/>
                </a:solidFill>
              </a:defRPr>
            </a:lvl6pPr>
            <a:lvl7pPr algn="ctr">
              <a:defRPr sz="900" b="1" i="0">
                <a:solidFill>
                  <a:srgbClr val="FFFDF8"/>
                </a:solidFill>
              </a:defRPr>
            </a:lvl7pPr>
            <a:lvl8pPr algn="ctr">
              <a:defRPr sz="900" b="1" i="0">
                <a:solidFill>
                  <a:srgbClr val="FFFDF8"/>
                </a:solidFill>
              </a:defRPr>
            </a:lvl8pPr>
            <a:lvl9pPr algn="ctr">
              <a:defRPr sz="9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FFFDF8"/>
                </a:solidFill>
              </a:defRPr>
            </a:pPr>
            <a:r>
              <a:rPr sz="900" b="1" i="0">
                <a:solidFill>
                  <a:srgbClr val="FFFDF8"/>
                </a:solidFill>
              </a:rPr>
              <a:t>REGLAS EN CADENA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D4883-A917-435F-B71D-30D51843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2400300" cy="3048000"/>
          </a:xfrm>
          <a:prstGeom xmlns:a="http://schemas.openxmlformats.org/drawingml/2006/main" prst="roundRect">
            <a:avLst>
              <a:gd name="adj" fmla="val 794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19050">
            <a:solidFill>
              <a:srgbClr val="8A641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23DD22-A8BE-4001-AF86-E956F9B8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2400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A6417"/>
          </a:solidFill>
          <a:ln xmlns:a="http://schemas.openxmlformats.org/drawingml/2006/main" w="0">
            <a:solidFill>
              <a:srgbClr val="8A641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C90FB-B71F-48DD-BEC1-6567E3D6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6130F"/>
                </a:solidFill>
              </a:defRPr>
            </a:defPPr>
            <a:lvl1pPr algn="l">
              <a:defRPr sz="1650" b="1" i="0">
                <a:solidFill>
                  <a:srgbClr val="16130F"/>
                </a:solidFill>
              </a:defRPr>
            </a:lvl1pPr>
            <a:lvl2pPr algn="l">
              <a:defRPr sz="1650" b="1" i="0">
                <a:solidFill>
                  <a:srgbClr val="16130F"/>
                </a:solidFill>
              </a:defRPr>
            </a:lvl2pPr>
            <a:lvl3pPr algn="l">
              <a:defRPr sz="1650" b="1" i="0">
                <a:solidFill>
                  <a:srgbClr val="16130F"/>
                </a:solidFill>
              </a:defRPr>
            </a:lvl3pPr>
            <a:lvl4pPr algn="l">
              <a:defRPr sz="1650" b="1" i="0">
                <a:solidFill>
                  <a:srgbClr val="16130F"/>
                </a:solidFill>
              </a:defRPr>
            </a:lvl4pPr>
            <a:lvl5pPr algn="l">
              <a:defRPr sz="1650" b="1" i="0">
                <a:solidFill>
                  <a:srgbClr val="16130F"/>
                </a:solidFill>
              </a:defRPr>
            </a:lvl5pPr>
            <a:lvl6pPr algn="l">
              <a:defRPr sz="1650" b="1" i="0">
                <a:solidFill>
                  <a:srgbClr val="16130F"/>
                </a:solidFill>
              </a:defRPr>
            </a:lvl6pPr>
            <a:lvl7pPr algn="l">
              <a:defRPr sz="1650" b="1" i="0">
                <a:solidFill>
                  <a:srgbClr val="16130F"/>
                </a:solidFill>
              </a:defRPr>
            </a:lvl7pPr>
            <a:lvl8pPr algn="l">
              <a:defRPr sz="1650" b="1" i="0">
                <a:solidFill>
                  <a:srgbClr val="16130F"/>
                </a:solidFill>
              </a:defRPr>
            </a:lvl8pPr>
            <a:lvl9pPr algn="l">
              <a:defRPr sz="165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6130F"/>
                </a:solidFill>
              </a:defRPr>
            </a:pPr>
            <a:r>
              <a:rPr sz="1650" b="1" i="0">
                <a:solidFill>
                  <a:srgbClr val="16130F"/>
                </a:solidFill>
              </a:rPr>
              <a:t>Backend en AWS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3F51E-4742-4FBD-8BD5-6C4003BB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1943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7514A"/>
                </a:solidFill>
              </a:defRPr>
            </a:defPPr>
            <a:lvl1pPr algn="l">
              <a:defRPr sz="1275" b="0" i="0">
                <a:solidFill>
                  <a:srgbClr val="57514A"/>
                </a:solidFill>
              </a:defRPr>
            </a:lvl1pPr>
            <a:lvl2pPr algn="l">
              <a:defRPr sz="1275" b="0" i="0">
                <a:solidFill>
                  <a:srgbClr val="57514A"/>
                </a:solidFill>
              </a:defRPr>
            </a:lvl2pPr>
            <a:lvl3pPr algn="l">
              <a:defRPr sz="1275" b="0" i="0">
                <a:solidFill>
                  <a:srgbClr val="57514A"/>
                </a:solidFill>
              </a:defRPr>
            </a:lvl3pPr>
            <a:lvl4pPr algn="l">
              <a:defRPr sz="1275" b="0" i="0">
                <a:solidFill>
                  <a:srgbClr val="57514A"/>
                </a:solidFill>
              </a:defRPr>
            </a:lvl4pPr>
            <a:lvl5pPr algn="l">
              <a:defRPr sz="1275" b="0" i="0">
                <a:solidFill>
                  <a:srgbClr val="57514A"/>
                </a:solidFill>
              </a:defRPr>
            </a:lvl5pPr>
            <a:lvl6pPr algn="l">
              <a:defRPr sz="1275" b="0" i="0">
                <a:solidFill>
                  <a:srgbClr val="57514A"/>
                </a:solidFill>
              </a:defRPr>
            </a:lvl6pPr>
            <a:lvl7pPr algn="l">
              <a:defRPr sz="1275" b="0" i="0">
                <a:solidFill>
                  <a:srgbClr val="57514A"/>
                </a:solidFill>
              </a:defRPr>
            </a:lvl7pPr>
            <a:lvl8pPr algn="l">
              <a:defRPr sz="1275" b="0" i="0">
                <a:solidFill>
                  <a:srgbClr val="57514A"/>
                </a:solidFill>
              </a:defRPr>
            </a:lvl8pPr>
            <a:lvl9pPr algn="l">
              <a:defRPr sz="127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Prepara y envía transacciones.</a:t>
            </a:r>
          </a:p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La hot wallet paga red y automatiza refund.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213FAE-4426-4AB8-BD6B-CA5B6A17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1943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6417"/>
          </a:solidFill>
          <a:ln xmlns:a="http://schemas.openxmlformats.org/drawingml/2006/main" w="9525">
            <a:solidFill>
              <a:srgbClr val="8A641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E2380-241B-4F20-984B-8F6F81B0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815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FFFDF8"/>
                </a:solidFill>
              </a:defRPr>
            </a:defPPr>
            <a:lvl1pPr algn="ctr">
              <a:defRPr sz="900" b="1" i="0">
                <a:solidFill>
                  <a:srgbClr val="FFFDF8"/>
                </a:solidFill>
              </a:defRPr>
            </a:lvl1pPr>
            <a:lvl2pPr algn="ctr">
              <a:defRPr sz="900" b="1" i="0">
                <a:solidFill>
                  <a:srgbClr val="FFFDF8"/>
                </a:solidFill>
              </a:defRPr>
            </a:lvl2pPr>
            <a:lvl3pPr algn="ctr">
              <a:defRPr sz="900" b="1" i="0">
                <a:solidFill>
                  <a:srgbClr val="FFFDF8"/>
                </a:solidFill>
              </a:defRPr>
            </a:lvl3pPr>
            <a:lvl4pPr algn="ctr">
              <a:defRPr sz="900" b="1" i="0">
                <a:solidFill>
                  <a:srgbClr val="FFFDF8"/>
                </a:solidFill>
              </a:defRPr>
            </a:lvl4pPr>
            <a:lvl5pPr algn="ctr">
              <a:defRPr sz="900" b="1" i="0">
                <a:solidFill>
                  <a:srgbClr val="FFFDF8"/>
                </a:solidFill>
              </a:defRPr>
            </a:lvl5pPr>
            <a:lvl6pPr algn="ctr">
              <a:defRPr sz="900" b="1" i="0">
                <a:solidFill>
                  <a:srgbClr val="FFFDF8"/>
                </a:solidFill>
              </a:defRPr>
            </a:lvl6pPr>
            <a:lvl7pPr algn="ctr">
              <a:defRPr sz="900" b="1" i="0">
                <a:solidFill>
                  <a:srgbClr val="FFFDF8"/>
                </a:solidFill>
              </a:defRPr>
            </a:lvl7pPr>
            <a:lvl8pPr algn="ctr">
              <a:defRPr sz="900" b="1" i="0">
                <a:solidFill>
                  <a:srgbClr val="FFFDF8"/>
                </a:solidFill>
              </a:defRPr>
            </a:lvl8pPr>
            <a:lvl9pPr algn="ctr">
              <a:defRPr sz="9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FFFDF8"/>
                </a:solidFill>
              </a:defRPr>
            </a:pPr>
            <a:r>
              <a:rPr sz="900" b="1" i="0">
                <a:solidFill>
                  <a:srgbClr val="FFFDF8"/>
                </a:solidFill>
              </a:rPr>
              <a:t>ORQUESTACIÓN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928324-C705-4DBB-A16A-E8A269DA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14550"/>
            <a:ext cx="2400300" cy="3048000"/>
          </a:xfrm>
          <a:prstGeom xmlns:a="http://schemas.openxmlformats.org/drawingml/2006/main" prst="roundRect">
            <a:avLst>
              <a:gd name="adj" fmla="val 794"/>
            </a:avLst>
          </a:prstGeom>
          <a:solidFill xmlns:a="http://schemas.openxmlformats.org/drawingml/2006/main">
            <a:srgbClr val="FBE8DD"/>
          </a:solidFill>
          <a:ln xmlns:a="http://schemas.openxmlformats.org/drawingml/2006/main" w="19050">
            <a:solidFill>
              <a:srgbClr val="C53C0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D64254-307B-4AC6-9108-8D8747F7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14550"/>
            <a:ext cx="2400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53C0A"/>
          </a:solidFill>
          <a:ln xmlns:a="http://schemas.openxmlformats.org/drawingml/2006/main" w="0">
            <a:solidFill>
              <a:srgbClr val="C53C0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B8E5B5-416A-444D-8C96-C3052E7E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193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6130F"/>
                </a:solidFill>
              </a:defRPr>
            </a:defPPr>
            <a:lvl1pPr algn="l">
              <a:defRPr sz="1650" b="1" i="0">
                <a:solidFill>
                  <a:srgbClr val="16130F"/>
                </a:solidFill>
              </a:defRPr>
            </a:lvl1pPr>
            <a:lvl2pPr algn="l">
              <a:defRPr sz="1650" b="1" i="0">
                <a:solidFill>
                  <a:srgbClr val="16130F"/>
                </a:solidFill>
              </a:defRPr>
            </a:lvl2pPr>
            <a:lvl3pPr algn="l">
              <a:defRPr sz="1650" b="1" i="0">
                <a:solidFill>
                  <a:srgbClr val="16130F"/>
                </a:solidFill>
              </a:defRPr>
            </a:lvl3pPr>
            <a:lvl4pPr algn="l">
              <a:defRPr sz="1650" b="1" i="0">
                <a:solidFill>
                  <a:srgbClr val="16130F"/>
                </a:solidFill>
              </a:defRPr>
            </a:lvl4pPr>
            <a:lvl5pPr algn="l">
              <a:defRPr sz="1650" b="1" i="0">
                <a:solidFill>
                  <a:srgbClr val="16130F"/>
                </a:solidFill>
              </a:defRPr>
            </a:lvl5pPr>
            <a:lvl6pPr algn="l">
              <a:defRPr sz="1650" b="1" i="0">
                <a:solidFill>
                  <a:srgbClr val="16130F"/>
                </a:solidFill>
              </a:defRPr>
            </a:lvl6pPr>
            <a:lvl7pPr algn="l">
              <a:defRPr sz="1650" b="1" i="0">
                <a:solidFill>
                  <a:srgbClr val="16130F"/>
                </a:solidFill>
              </a:defRPr>
            </a:lvl7pPr>
            <a:lvl8pPr algn="l">
              <a:defRPr sz="1650" b="1" i="0">
                <a:solidFill>
                  <a:srgbClr val="16130F"/>
                </a:solidFill>
              </a:defRPr>
            </a:lvl8pPr>
            <a:lvl9pPr algn="l">
              <a:defRPr sz="165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6130F"/>
                </a:solidFill>
              </a:defRPr>
            </a:pPr>
            <a:r>
              <a:rPr sz="1650" b="1" i="0">
                <a:solidFill>
                  <a:srgbClr val="16130F"/>
                </a:solidFill>
              </a:rPr>
              <a:t>Wallet de comisión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C6404C-29A1-4B31-B40C-D0989B7F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81350"/>
            <a:ext cx="1943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7514A"/>
                </a:solidFill>
              </a:defRPr>
            </a:defPPr>
            <a:lvl1pPr algn="l">
              <a:defRPr sz="1275" b="0" i="0">
                <a:solidFill>
                  <a:srgbClr val="57514A"/>
                </a:solidFill>
              </a:defRPr>
            </a:lvl1pPr>
            <a:lvl2pPr algn="l">
              <a:defRPr sz="1275" b="0" i="0">
                <a:solidFill>
                  <a:srgbClr val="57514A"/>
                </a:solidFill>
              </a:defRPr>
            </a:lvl2pPr>
            <a:lvl3pPr algn="l">
              <a:defRPr sz="1275" b="0" i="0">
                <a:solidFill>
                  <a:srgbClr val="57514A"/>
                </a:solidFill>
              </a:defRPr>
            </a:lvl3pPr>
            <a:lvl4pPr algn="l">
              <a:defRPr sz="1275" b="0" i="0">
                <a:solidFill>
                  <a:srgbClr val="57514A"/>
                </a:solidFill>
              </a:defRPr>
            </a:lvl4pPr>
            <a:lvl5pPr algn="l">
              <a:defRPr sz="1275" b="0" i="0">
                <a:solidFill>
                  <a:srgbClr val="57514A"/>
                </a:solidFill>
              </a:defRPr>
            </a:lvl5pPr>
            <a:lvl6pPr algn="l">
              <a:defRPr sz="1275" b="0" i="0">
                <a:solidFill>
                  <a:srgbClr val="57514A"/>
                </a:solidFill>
              </a:defRPr>
            </a:lvl6pPr>
            <a:lvl7pPr algn="l">
              <a:defRPr sz="1275" b="0" i="0">
                <a:solidFill>
                  <a:srgbClr val="57514A"/>
                </a:solidFill>
              </a:defRPr>
            </a:lvl7pPr>
            <a:lvl8pPr algn="l">
              <a:defRPr sz="1275" b="0" i="0">
                <a:solidFill>
                  <a:srgbClr val="57514A"/>
                </a:solidFill>
              </a:defRPr>
            </a:lvl8pPr>
            <a:lvl9pPr algn="l">
              <a:defRPr sz="127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Recibe la comisión cuando release termina bien.</a:t>
            </a:r>
          </a:p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Debe ser fría y separada en mainnet.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76C5AA-C3FB-4205-B641-44FD9CF6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52950"/>
            <a:ext cx="1943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C0A"/>
          </a:solidFill>
          <a:ln xmlns:a="http://schemas.openxmlformats.org/drawingml/2006/main" w="9525">
            <a:solidFill>
              <a:srgbClr val="C53C0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37E0C2-88BA-4205-AFC5-FDB007DC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815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FFFDF8"/>
                </a:solidFill>
              </a:defRPr>
            </a:defPPr>
            <a:lvl1pPr algn="ctr">
              <a:defRPr sz="900" b="1" i="0">
                <a:solidFill>
                  <a:srgbClr val="FFFDF8"/>
                </a:solidFill>
              </a:defRPr>
            </a:lvl1pPr>
            <a:lvl2pPr algn="ctr">
              <a:defRPr sz="900" b="1" i="0">
                <a:solidFill>
                  <a:srgbClr val="FFFDF8"/>
                </a:solidFill>
              </a:defRPr>
            </a:lvl2pPr>
            <a:lvl3pPr algn="ctr">
              <a:defRPr sz="900" b="1" i="0">
                <a:solidFill>
                  <a:srgbClr val="FFFDF8"/>
                </a:solidFill>
              </a:defRPr>
            </a:lvl3pPr>
            <a:lvl4pPr algn="ctr">
              <a:defRPr sz="900" b="1" i="0">
                <a:solidFill>
                  <a:srgbClr val="FFFDF8"/>
                </a:solidFill>
              </a:defRPr>
            </a:lvl4pPr>
            <a:lvl5pPr algn="ctr">
              <a:defRPr sz="900" b="1" i="0">
                <a:solidFill>
                  <a:srgbClr val="FFFDF8"/>
                </a:solidFill>
              </a:defRPr>
            </a:lvl5pPr>
            <a:lvl6pPr algn="ctr">
              <a:defRPr sz="900" b="1" i="0">
                <a:solidFill>
                  <a:srgbClr val="FFFDF8"/>
                </a:solidFill>
              </a:defRPr>
            </a:lvl6pPr>
            <a:lvl7pPr algn="ctr">
              <a:defRPr sz="900" b="1" i="0">
                <a:solidFill>
                  <a:srgbClr val="FFFDF8"/>
                </a:solidFill>
              </a:defRPr>
            </a:lvl7pPr>
            <a:lvl8pPr algn="ctr">
              <a:defRPr sz="900" b="1" i="0">
                <a:solidFill>
                  <a:srgbClr val="FFFDF8"/>
                </a:solidFill>
              </a:defRPr>
            </a:lvl8pPr>
            <a:lvl9pPr algn="ctr">
              <a:defRPr sz="9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FFFDF8"/>
                </a:solidFill>
              </a:defRPr>
            </a:pPr>
            <a:r>
              <a:rPr sz="900" b="1" i="0">
                <a:solidFill>
                  <a:srgbClr val="FFFDF8"/>
                </a:solidFill>
              </a:rPr>
              <a:t>TESORERÍA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4871D9-A75F-4C16-8460-97660523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857D71"/>
                </a:solidFill>
              </a:defRPr>
            </a:defPPr>
            <a:lvl1pPr algn="l">
              <a:defRPr sz="1050" b="1" i="0">
                <a:solidFill>
                  <a:srgbClr val="857D71"/>
                </a:solidFill>
              </a:defRPr>
            </a:lvl1pPr>
            <a:lvl2pPr algn="l">
              <a:defRPr sz="1050" b="1" i="0">
                <a:solidFill>
                  <a:srgbClr val="857D71"/>
                </a:solidFill>
              </a:defRPr>
            </a:lvl2pPr>
            <a:lvl3pPr algn="l">
              <a:defRPr sz="1050" b="1" i="0">
                <a:solidFill>
                  <a:srgbClr val="857D71"/>
                </a:solidFill>
              </a:defRPr>
            </a:lvl3pPr>
            <a:lvl4pPr algn="l">
              <a:defRPr sz="1050" b="1" i="0">
                <a:solidFill>
                  <a:srgbClr val="857D71"/>
                </a:solidFill>
              </a:defRPr>
            </a:lvl4pPr>
            <a:lvl5pPr algn="l">
              <a:defRPr sz="1050" b="1" i="0">
                <a:solidFill>
                  <a:srgbClr val="857D71"/>
                </a:solidFill>
              </a:defRPr>
            </a:lvl5pPr>
            <a:lvl6pPr algn="l">
              <a:defRPr sz="1050" b="1" i="0">
                <a:solidFill>
                  <a:srgbClr val="857D71"/>
                </a:solidFill>
              </a:defRPr>
            </a:lvl6pPr>
            <a:lvl7pPr algn="l">
              <a:defRPr sz="1050" b="1" i="0">
                <a:solidFill>
                  <a:srgbClr val="857D71"/>
                </a:solidFill>
              </a:defRPr>
            </a:lvl7pPr>
            <a:lvl8pPr algn="l">
              <a:defRPr sz="1050" b="1" i="0">
                <a:solidFill>
                  <a:srgbClr val="857D71"/>
                </a:solidFill>
              </a:defRPr>
            </a:lvl8pPr>
            <a:lvl9pPr algn="l">
              <a:defRPr sz="1050" b="1" i="0">
                <a:solidFill>
                  <a:srgbClr val="857D71"/>
                </a:solidFill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857D71"/>
                </a:solidFill>
              </a:defRPr>
            </a:pPr>
            <a:r>
              <a:rPr sz="1050" b="1" i="0">
                <a:solidFill>
                  <a:srgbClr val="857D71"/>
                </a:solidFill>
              </a:rPr>
              <a:t>Clave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883CE7-BA0B-49B9-B1DA-4BE38986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0070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6130F"/>
                </a:solidFill>
              </a:defRPr>
            </a:defPPr>
            <a:lvl1pPr algn="l">
              <a:defRPr sz="1275" b="0" i="0">
                <a:solidFill>
                  <a:srgbClr val="16130F"/>
                </a:solidFill>
              </a:defRPr>
            </a:lvl1pPr>
            <a:lvl2pPr algn="l">
              <a:defRPr sz="1275" b="0" i="0">
                <a:solidFill>
                  <a:srgbClr val="16130F"/>
                </a:solidFill>
              </a:defRPr>
            </a:lvl2pPr>
            <a:lvl3pPr algn="l">
              <a:defRPr sz="1275" b="0" i="0">
                <a:solidFill>
                  <a:srgbClr val="16130F"/>
                </a:solidFill>
              </a:defRPr>
            </a:lvl3pPr>
            <a:lvl4pPr algn="l">
              <a:defRPr sz="1275" b="0" i="0">
                <a:solidFill>
                  <a:srgbClr val="16130F"/>
                </a:solidFill>
              </a:defRPr>
            </a:lvl4pPr>
            <a:lvl5pPr algn="l">
              <a:defRPr sz="1275" b="0" i="0">
                <a:solidFill>
                  <a:srgbClr val="16130F"/>
                </a:solidFill>
              </a:defRPr>
            </a:lvl5pPr>
            <a:lvl6pPr algn="l">
              <a:defRPr sz="1275" b="0" i="0">
                <a:solidFill>
                  <a:srgbClr val="16130F"/>
                </a:solidFill>
              </a:defRPr>
            </a:lvl6pPr>
            <a:lvl7pPr algn="l">
              <a:defRPr sz="1275" b="0" i="0">
                <a:solidFill>
                  <a:srgbClr val="16130F"/>
                </a:solidFill>
              </a:defRPr>
            </a:lvl7pPr>
            <a:lvl8pPr algn="l">
              <a:defRPr sz="1275" b="0" i="0">
                <a:solidFill>
                  <a:srgbClr val="16130F"/>
                </a:solidFill>
              </a:defRPr>
            </a:lvl8pPr>
            <a:lvl9pPr algn="l">
              <a:defRPr sz="1275" b="0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6130F"/>
                </a:solidFill>
              </a:defRPr>
            </a:pPr>
            <a:r>
              <a:rPr sz="1275" b="0" i="0">
                <a:solidFill>
                  <a:srgbClr val="16130F"/>
                </a:solidFill>
              </a:rPr>
              <a:t>AWS coordina y paga red, pero no sustituye la firma del usuario requerida por el contrato.</a:t>
            </a:r>
          </a:p>
        </p:txBody>
      </p:sp>
    </p:spTree>
    <p:extLst>
      <p:ext uri="{BB962C8B-B14F-4D97-AF65-F5344CB8AC3E}">
        <p14:creationId xmlns:p14="http://schemas.microsoft.com/office/powerpoint/2010/main" val="1657555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7D2831-DA6B-4D7F-9E76-0F00F1C5D6C8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467350" y="3228975"/>
            <a:ext cx="1733550" cy="1704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8A6417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62B92D-E913-4439-A3C9-9BCE8C11667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467350" y="3228975"/>
            <a:ext cx="173355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53C0A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C36863-F8CD-4572-9D72-687DE0030F7D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5467350" y="2343150"/>
            <a:ext cx="1733550" cy="885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F4A33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F464D-3D3F-4936-B5FB-20ADCB66E29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95550" y="322897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4A33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A93DBA-432D-426D-BFE4-41553CBB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 i="0">
                <a:solidFill>
                  <a:srgbClr val="0F4A33"/>
                </a:solidFill>
              </a:defRPr>
            </a:defPPr>
            <a:lvl1pPr algn="l">
              <a:defRPr sz="825" b="1" i="0">
                <a:solidFill>
                  <a:srgbClr val="0F4A33"/>
                </a:solidFill>
              </a:defRPr>
            </a:lvl1pPr>
            <a:lvl2pPr algn="l">
              <a:defRPr sz="825" b="1" i="0">
                <a:solidFill>
                  <a:srgbClr val="0F4A33"/>
                </a:solidFill>
              </a:defRPr>
            </a:lvl2pPr>
            <a:lvl3pPr algn="l">
              <a:defRPr sz="825" b="1" i="0">
                <a:solidFill>
                  <a:srgbClr val="0F4A33"/>
                </a:solidFill>
              </a:defRPr>
            </a:lvl3pPr>
            <a:lvl4pPr algn="l">
              <a:defRPr sz="825" b="1" i="0">
                <a:solidFill>
                  <a:srgbClr val="0F4A33"/>
                </a:solidFill>
              </a:defRPr>
            </a:lvl4pPr>
            <a:lvl5pPr algn="l">
              <a:defRPr sz="825" b="1" i="0">
                <a:solidFill>
                  <a:srgbClr val="0F4A33"/>
                </a:solidFill>
              </a:defRPr>
            </a:lvl5pPr>
            <a:lvl6pPr algn="l">
              <a:defRPr sz="825" b="1" i="0">
                <a:solidFill>
                  <a:srgbClr val="0F4A33"/>
                </a:solidFill>
              </a:defRPr>
            </a:lvl6pPr>
            <a:lvl7pPr algn="l">
              <a:defRPr sz="825" b="1" i="0">
                <a:solidFill>
                  <a:srgbClr val="0F4A33"/>
                </a:solidFill>
              </a:defRPr>
            </a:lvl7pPr>
            <a:lvl8pPr algn="l">
              <a:defRPr sz="825" b="1" i="0">
                <a:solidFill>
                  <a:srgbClr val="0F4A33"/>
                </a:solidFill>
              </a:defRPr>
            </a:lvl8pPr>
            <a:lvl9pPr algn="l">
              <a:defRPr sz="825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0F4A33"/>
                </a:solidFill>
              </a:defRPr>
            </a:pPr>
            <a:r>
              <a:rPr sz="825" b="1" i="0">
                <a:solidFill>
                  <a:srgbClr val="0F4A33"/>
                </a:solidFill>
              </a:rPr>
              <a:t>MICOPAY · ESCROW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E756E-7FA6-48E5-8AD1-15A363B6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 i="0">
                <a:solidFill>
                  <a:srgbClr val="857D71"/>
                </a:solidFill>
              </a:defRPr>
            </a:defPPr>
            <a:lvl1pPr algn="r">
              <a:defRPr sz="825" b="1" i="0">
                <a:solidFill>
                  <a:srgbClr val="857D71"/>
                </a:solidFill>
              </a:defRPr>
            </a:lvl1pPr>
            <a:lvl2pPr algn="r">
              <a:defRPr sz="825" b="1" i="0">
                <a:solidFill>
                  <a:srgbClr val="857D71"/>
                </a:solidFill>
              </a:defRPr>
            </a:lvl2pPr>
            <a:lvl3pPr algn="r">
              <a:defRPr sz="825" b="1" i="0">
                <a:solidFill>
                  <a:srgbClr val="857D71"/>
                </a:solidFill>
              </a:defRPr>
            </a:lvl3pPr>
            <a:lvl4pPr algn="r">
              <a:defRPr sz="825" b="1" i="0">
                <a:solidFill>
                  <a:srgbClr val="857D71"/>
                </a:solidFill>
              </a:defRPr>
            </a:lvl4pPr>
            <a:lvl5pPr algn="r">
              <a:defRPr sz="825" b="1" i="0">
                <a:solidFill>
                  <a:srgbClr val="857D71"/>
                </a:solidFill>
              </a:defRPr>
            </a:lvl5pPr>
            <a:lvl6pPr algn="r">
              <a:defRPr sz="825" b="1" i="0">
                <a:solidFill>
                  <a:srgbClr val="857D71"/>
                </a:solidFill>
              </a:defRPr>
            </a:lvl6pPr>
            <a:lvl7pPr algn="r">
              <a:defRPr sz="825" b="1" i="0">
                <a:solidFill>
                  <a:srgbClr val="857D71"/>
                </a:solidFill>
              </a:defRPr>
            </a:lvl7pPr>
            <a:lvl8pPr algn="r">
              <a:defRPr sz="825" b="1" i="0">
                <a:solidFill>
                  <a:srgbClr val="857D71"/>
                </a:solidFill>
              </a:defRPr>
            </a:lvl8pPr>
            <a:lvl9pPr algn="r">
              <a:defRPr sz="825" b="1" i="0">
                <a:solidFill>
                  <a:srgbClr val="857D71"/>
                </a:solidFill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857D71"/>
                </a:solidFill>
              </a:defRPr>
            </a:pPr>
            <a:r>
              <a:rPr sz="825" b="1" i="0">
                <a:solidFill>
                  <a:srgbClr val="857D71"/>
                </a:solidFill>
              </a:rPr>
              <a:t>MÁQUINA DE ESTADOS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C6EC0-AFB0-40DC-93FF-5243BE80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D5C4"/>
          </a:solidFill>
          <a:ln xmlns:a="http://schemas.openxmlformats.org/drawingml/2006/main" w="0">
            <a:solidFill>
              <a:srgbClr val="DDD5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23F5A-C059-44BA-A19B-2DC6F5DA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 i="0">
                <a:solidFill>
                  <a:srgbClr val="857D71"/>
                </a:solidFill>
              </a:defRPr>
            </a:defPPr>
            <a:lvl1pPr algn="r">
              <a:defRPr sz="750" b="0" i="0">
                <a:solidFill>
                  <a:srgbClr val="857D71"/>
                </a:solidFill>
              </a:defRPr>
            </a:lvl1pPr>
            <a:lvl2pPr algn="r">
              <a:defRPr sz="750" b="0" i="0">
                <a:solidFill>
                  <a:srgbClr val="857D71"/>
                </a:solidFill>
              </a:defRPr>
            </a:lvl2pPr>
            <a:lvl3pPr algn="r">
              <a:defRPr sz="750" b="0" i="0">
                <a:solidFill>
                  <a:srgbClr val="857D71"/>
                </a:solidFill>
              </a:defRPr>
            </a:lvl3pPr>
            <a:lvl4pPr algn="r">
              <a:defRPr sz="750" b="0" i="0">
                <a:solidFill>
                  <a:srgbClr val="857D71"/>
                </a:solidFill>
              </a:defRPr>
            </a:lvl4pPr>
            <a:lvl5pPr algn="r">
              <a:defRPr sz="750" b="0" i="0">
                <a:solidFill>
                  <a:srgbClr val="857D71"/>
                </a:solidFill>
              </a:defRPr>
            </a:lvl5pPr>
            <a:lvl6pPr algn="r">
              <a:defRPr sz="750" b="0" i="0">
                <a:solidFill>
                  <a:srgbClr val="857D71"/>
                </a:solidFill>
              </a:defRPr>
            </a:lvl6pPr>
            <a:lvl7pPr algn="r">
              <a:defRPr sz="750" b="0" i="0">
                <a:solidFill>
                  <a:srgbClr val="857D71"/>
                </a:solidFill>
              </a:defRPr>
            </a:lvl7pPr>
            <a:lvl8pPr algn="r">
              <a:defRPr sz="750" b="0" i="0">
                <a:solidFill>
                  <a:srgbClr val="857D71"/>
                </a:solidFill>
              </a:defRPr>
            </a:lvl8pPr>
            <a:lvl9pPr algn="r">
              <a:defRPr sz="750" b="0" i="0">
                <a:solidFill>
                  <a:srgbClr val="857D71"/>
                </a:solidFill>
              </a:defRPr>
            </a:lvl9pPr>
          </a:lstStyle>
          <a:p xmlns:a="http://schemas.openxmlformats.org/drawingml/2006/main">
            <a:pPr algn="r">
              <a:defRPr sz="750" b="0" i="0">
                <a:solidFill>
                  <a:srgbClr val="857D71"/>
                </a:solidFill>
              </a:defRPr>
            </a:pPr>
            <a:r>
              <a:rPr sz="750" b="0" i="0">
                <a:solidFill>
                  <a:srgbClr val="857D71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CEC5E-6D21-4463-BBAF-D74E6E5C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 i="0">
                <a:solidFill>
                  <a:srgbClr val="16130F"/>
                </a:solidFill>
              </a:defRPr>
            </a:defPPr>
            <a:lvl1pPr algn="l">
              <a:defRPr sz="2550" b="1" i="0">
                <a:solidFill>
                  <a:srgbClr val="16130F"/>
                </a:solidFill>
              </a:defRPr>
            </a:lvl1pPr>
            <a:lvl2pPr algn="l">
              <a:defRPr sz="2550" b="1" i="0">
                <a:solidFill>
                  <a:srgbClr val="16130F"/>
                </a:solidFill>
              </a:defRPr>
            </a:lvl2pPr>
            <a:lvl3pPr algn="l">
              <a:defRPr sz="2550" b="1" i="0">
                <a:solidFill>
                  <a:srgbClr val="16130F"/>
                </a:solidFill>
              </a:defRPr>
            </a:lvl3pPr>
            <a:lvl4pPr algn="l">
              <a:defRPr sz="2550" b="1" i="0">
                <a:solidFill>
                  <a:srgbClr val="16130F"/>
                </a:solidFill>
              </a:defRPr>
            </a:lvl4pPr>
            <a:lvl5pPr algn="l">
              <a:defRPr sz="2550" b="1" i="0">
                <a:solidFill>
                  <a:srgbClr val="16130F"/>
                </a:solidFill>
              </a:defRPr>
            </a:lvl5pPr>
            <a:lvl6pPr algn="l">
              <a:defRPr sz="2550" b="1" i="0">
                <a:solidFill>
                  <a:srgbClr val="16130F"/>
                </a:solidFill>
              </a:defRPr>
            </a:lvl6pPr>
            <a:lvl7pPr algn="l">
              <a:defRPr sz="2550" b="1" i="0">
                <a:solidFill>
                  <a:srgbClr val="16130F"/>
                </a:solidFill>
              </a:defRPr>
            </a:lvl7pPr>
            <a:lvl8pPr algn="l">
              <a:defRPr sz="2550" b="1" i="0">
                <a:solidFill>
                  <a:srgbClr val="16130F"/>
                </a:solidFill>
              </a:defRPr>
            </a:lvl8pPr>
            <a:lvl9pPr algn="l">
              <a:defRPr sz="255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6130F"/>
                </a:solidFill>
              </a:defRPr>
            </a:pPr>
            <a:r>
              <a:rPr sz="2550" b="1" i="0">
                <a:solidFill>
                  <a:srgbClr val="16130F"/>
                </a:solidFill>
              </a:rPr>
              <a:t>Después de lock, solo existen tres salidas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D7068-51B9-4B4D-9862-141126EA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57514A"/>
                </a:solidFill>
              </a:defRPr>
            </a:defPPr>
            <a:lvl1pPr algn="l">
              <a:defRPr sz="1350" b="0" i="0">
                <a:solidFill>
                  <a:srgbClr val="57514A"/>
                </a:solidFill>
              </a:defRPr>
            </a:lvl1pPr>
            <a:lvl2pPr algn="l">
              <a:defRPr sz="1350" b="0" i="0">
                <a:solidFill>
                  <a:srgbClr val="57514A"/>
                </a:solidFill>
              </a:defRPr>
            </a:lvl2pPr>
            <a:lvl3pPr algn="l">
              <a:defRPr sz="1350" b="0" i="0">
                <a:solidFill>
                  <a:srgbClr val="57514A"/>
                </a:solidFill>
              </a:defRPr>
            </a:lvl3pPr>
            <a:lvl4pPr algn="l">
              <a:defRPr sz="1350" b="0" i="0">
                <a:solidFill>
                  <a:srgbClr val="57514A"/>
                </a:solidFill>
              </a:defRPr>
            </a:lvl4pPr>
            <a:lvl5pPr algn="l">
              <a:defRPr sz="1350" b="0" i="0">
                <a:solidFill>
                  <a:srgbClr val="57514A"/>
                </a:solidFill>
              </a:defRPr>
            </a:lvl5pPr>
            <a:lvl6pPr algn="l">
              <a:defRPr sz="1350" b="0" i="0">
                <a:solidFill>
                  <a:srgbClr val="57514A"/>
                </a:solidFill>
              </a:defRPr>
            </a:lvl6pPr>
            <a:lvl7pPr algn="l">
              <a:defRPr sz="1350" b="0" i="0">
                <a:solidFill>
                  <a:srgbClr val="57514A"/>
                </a:solidFill>
              </a:defRPr>
            </a:lvl7pPr>
            <a:lvl8pPr algn="l">
              <a:defRPr sz="1350" b="0" i="0">
                <a:solidFill>
                  <a:srgbClr val="57514A"/>
                </a:solidFill>
              </a:defRPr>
            </a:lvl8pPr>
            <a:lvl9pPr algn="l">
              <a:defRPr sz="1350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7514A"/>
                </a:solidFill>
              </a:defRPr>
            </a:pPr>
            <a:r>
              <a:rPr sz="1350" b="0" i="0">
                <a:solidFill>
                  <a:srgbClr val="57514A"/>
                </a:solidFill>
              </a:rPr>
              <a:t>Todas son terminales. Una vez ejecutada una, las otras dejan de ser posibles.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BBEA9-19E6-4863-A536-BFBEB93D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80975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5F1E8"/>
          </a:solidFill>
          <a:ln xmlns:a="http://schemas.openxmlformats.org/drawingml/2006/main" w="14288">
            <a:solidFill>
              <a:srgbClr val="857D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3D551-99B8-478B-A11F-E135E2E0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 i="0">
                <a:solidFill>
                  <a:srgbClr val="16130F"/>
                </a:solidFill>
              </a:defRPr>
            </a:defPPr>
            <a:lvl1pPr algn="ctr">
              <a:defRPr sz="1575" b="1" i="0">
                <a:solidFill>
                  <a:srgbClr val="16130F"/>
                </a:solidFill>
              </a:defRPr>
            </a:lvl1pPr>
            <a:lvl2pPr algn="ctr">
              <a:defRPr sz="1575" b="1" i="0">
                <a:solidFill>
                  <a:srgbClr val="16130F"/>
                </a:solidFill>
              </a:defRPr>
            </a:lvl2pPr>
            <a:lvl3pPr algn="ctr">
              <a:defRPr sz="1575" b="1" i="0">
                <a:solidFill>
                  <a:srgbClr val="16130F"/>
                </a:solidFill>
              </a:defRPr>
            </a:lvl3pPr>
            <a:lvl4pPr algn="ctr">
              <a:defRPr sz="1575" b="1" i="0">
                <a:solidFill>
                  <a:srgbClr val="16130F"/>
                </a:solidFill>
              </a:defRPr>
            </a:lvl4pPr>
            <a:lvl5pPr algn="ctr">
              <a:defRPr sz="1575" b="1" i="0">
                <a:solidFill>
                  <a:srgbClr val="16130F"/>
                </a:solidFill>
              </a:defRPr>
            </a:lvl5pPr>
            <a:lvl6pPr algn="ctr">
              <a:defRPr sz="1575" b="1" i="0">
                <a:solidFill>
                  <a:srgbClr val="16130F"/>
                </a:solidFill>
              </a:defRPr>
            </a:lvl6pPr>
            <a:lvl7pPr algn="ctr">
              <a:defRPr sz="1575" b="1" i="0">
                <a:solidFill>
                  <a:srgbClr val="16130F"/>
                </a:solidFill>
              </a:defRPr>
            </a:lvl7pPr>
            <a:lvl8pPr algn="ctr">
              <a:defRPr sz="1575" b="1" i="0">
                <a:solidFill>
                  <a:srgbClr val="16130F"/>
                </a:solidFill>
              </a:defRPr>
            </a:lvl8pPr>
            <a:lvl9pPr algn="ctr">
              <a:defRPr sz="1575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16130F"/>
                </a:solidFill>
              </a:defRPr>
            </a:pPr>
            <a:r>
              <a:rPr sz="1575" b="1" i="0">
                <a:solidFill>
                  <a:srgbClr val="16130F"/>
                </a:solidFill>
              </a:rPr>
              <a:t>PENDIENTE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45D48-1CB2-4AF6-A837-2D094444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 i="0">
                <a:solidFill>
                  <a:srgbClr val="57514A"/>
                </a:solidFill>
              </a:defRPr>
            </a:defPPr>
            <a:lvl1pPr algn="ctr">
              <a:defRPr sz="1125" b="0" i="0">
                <a:solidFill>
                  <a:srgbClr val="57514A"/>
                </a:solidFill>
              </a:defRPr>
            </a:lvl1pPr>
            <a:lvl2pPr algn="ctr">
              <a:defRPr sz="1125" b="0" i="0">
                <a:solidFill>
                  <a:srgbClr val="57514A"/>
                </a:solidFill>
              </a:defRPr>
            </a:lvl2pPr>
            <a:lvl3pPr algn="ctr">
              <a:defRPr sz="1125" b="0" i="0">
                <a:solidFill>
                  <a:srgbClr val="57514A"/>
                </a:solidFill>
              </a:defRPr>
            </a:lvl3pPr>
            <a:lvl4pPr algn="ctr">
              <a:defRPr sz="1125" b="0" i="0">
                <a:solidFill>
                  <a:srgbClr val="57514A"/>
                </a:solidFill>
              </a:defRPr>
            </a:lvl4pPr>
            <a:lvl5pPr algn="ctr">
              <a:defRPr sz="1125" b="0" i="0">
                <a:solidFill>
                  <a:srgbClr val="57514A"/>
                </a:solidFill>
              </a:defRPr>
            </a:lvl5pPr>
            <a:lvl6pPr algn="ctr">
              <a:defRPr sz="1125" b="0" i="0">
                <a:solidFill>
                  <a:srgbClr val="57514A"/>
                </a:solidFill>
              </a:defRPr>
            </a:lvl6pPr>
            <a:lvl7pPr algn="ctr">
              <a:defRPr sz="1125" b="0" i="0">
                <a:solidFill>
                  <a:srgbClr val="57514A"/>
                </a:solidFill>
              </a:defRPr>
            </a:lvl7pPr>
            <a:lvl8pPr algn="ctr">
              <a:defRPr sz="1125" b="0" i="0">
                <a:solidFill>
                  <a:srgbClr val="57514A"/>
                </a:solidFill>
              </a:defRPr>
            </a:lvl8pPr>
            <a:lvl9pPr algn="ctr">
              <a:defRPr sz="112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ctr">
              <a:defRPr sz="1125" b="0" i="0">
                <a:solidFill>
                  <a:srgbClr val="57514A"/>
                </a:solidFill>
              </a:defRPr>
            </a:pPr>
            <a:r>
              <a:rPr sz="1125" b="0" i="0">
                <a:solidFill>
                  <a:srgbClr val="57514A"/>
                </a:solidFill>
              </a:rPr>
              <a:t>Reserva fuera de cadena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8ADDF-3B17-404D-B7F1-CB0D3636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62200"/>
            <a:ext cx="2095500" cy="1733550"/>
          </a:xfrm>
          <a:prstGeom xmlns:a="http://schemas.openxmlformats.org/drawingml/2006/main" prst="roundRect">
            <a:avLst>
              <a:gd name="adj" fmla="val 1099"/>
            </a:avLst>
          </a:prstGeom>
          <a:solidFill xmlns:a="http://schemas.openxmlformats.org/drawingml/2006/main">
            <a:srgbClr val="16130F"/>
          </a:solidFill>
          <a:ln xmlns:a="http://schemas.openxmlformats.org/drawingml/2006/main" w="14288">
            <a:solidFill>
              <a:srgbClr val="16130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181E8-B56C-4496-A05B-DBBF8D7D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 i="0">
                <a:solidFill>
                  <a:srgbClr val="FFFDF8"/>
                </a:solidFill>
              </a:defRPr>
            </a:defPPr>
            <a:lvl1pPr algn="ctr">
              <a:defRPr sz="2025" b="1" i="0">
                <a:solidFill>
                  <a:srgbClr val="FFFDF8"/>
                </a:solidFill>
              </a:defRPr>
            </a:lvl1pPr>
            <a:lvl2pPr algn="ctr">
              <a:defRPr sz="2025" b="1" i="0">
                <a:solidFill>
                  <a:srgbClr val="FFFDF8"/>
                </a:solidFill>
              </a:defRPr>
            </a:lvl2pPr>
            <a:lvl3pPr algn="ctr">
              <a:defRPr sz="2025" b="1" i="0">
                <a:solidFill>
                  <a:srgbClr val="FFFDF8"/>
                </a:solidFill>
              </a:defRPr>
            </a:lvl3pPr>
            <a:lvl4pPr algn="ctr">
              <a:defRPr sz="2025" b="1" i="0">
                <a:solidFill>
                  <a:srgbClr val="FFFDF8"/>
                </a:solidFill>
              </a:defRPr>
            </a:lvl4pPr>
            <a:lvl5pPr algn="ctr">
              <a:defRPr sz="2025" b="1" i="0">
                <a:solidFill>
                  <a:srgbClr val="FFFDF8"/>
                </a:solidFill>
              </a:defRPr>
            </a:lvl5pPr>
            <a:lvl6pPr algn="ctr">
              <a:defRPr sz="2025" b="1" i="0">
                <a:solidFill>
                  <a:srgbClr val="FFFDF8"/>
                </a:solidFill>
              </a:defRPr>
            </a:lvl6pPr>
            <a:lvl7pPr algn="ctr">
              <a:defRPr sz="2025" b="1" i="0">
                <a:solidFill>
                  <a:srgbClr val="FFFDF8"/>
                </a:solidFill>
              </a:defRPr>
            </a:lvl7pPr>
            <a:lvl8pPr algn="ctr">
              <a:defRPr sz="2025" b="1" i="0">
                <a:solidFill>
                  <a:srgbClr val="FFFDF8"/>
                </a:solidFill>
              </a:defRPr>
            </a:lvl8pPr>
            <a:lvl9pPr algn="ctr">
              <a:defRPr sz="2025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FFFDF8"/>
                </a:solidFill>
              </a:defRPr>
            </a:pPr>
            <a:r>
              <a:rPr sz="2025" b="1" i="0">
                <a:solidFill>
                  <a:srgbClr val="FFFDF8"/>
                </a:solidFill>
              </a:rPr>
              <a:t>LOCKED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49223-C2DD-4291-B4EF-1698625F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57500"/>
            <a:ext cx="1752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 i="0">
                <a:solidFill>
                  <a:srgbClr val="D9D3C7"/>
                </a:solidFill>
              </a:defRPr>
            </a:defPPr>
            <a:lvl1pPr algn="ctr">
              <a:defRPr sz="1200" b="0" i="0">
                <a:solidFill>
                  <a:srgbClr val="D9D3C7"/>
                </a:solidFill>
              </a:defRPr>
            </a:lvl1pPr>
            <a:lvl2pPr algn="ctr">
              <a:defRPr sz="1200" b="0" i="0">
                <a:solidFill>
                  <a:srgbClr val="D9D3C7"/>
                </a:solidFill>
              </a:defRPr>
            </a:lvl2pPr>
            <a:lvl3pPr algn="ctr">
              <a:defRPr sz="1200" b="0" i="0">
                <a:solidFill>
                  <a:srgbClr val="D9D3C7"/>
                </a:solidFill>
              </a:defRPr>
            </a:lvl3pPr>
            <a:lvl4pPr algn="ctr">
              <a:defRPr sz="1200" b="0" i="0">
                <a:solidFill>
                  <a:srgbClr val="D9D3C7"/>
                </a:solidFill>
              </a:defRPr>
            </a:lvl4pPr>
            <a:lvl5pPr algn="ctr">
              <a:defRPr sz="1200" b="0" i="0">
                <a:solidFill>
                  <a:srgbClr val="D9D3C7"/>
                </a:solidFill>
              </a:defRPr>
            </a:lvl5pPr>
            <a:lvl6pPr algn="ctr">
              <a:defRPr sz="1200" b="0" i="0">
                <a:solidFill>
                  <a:srgbClr val="D9D3C7"/>
                </a:solidFill>
              </a:defRPr>
            </a:lvl6pPr>
            <a:lvl7pPr algn="ctr">
              <a:defRPr sz="1200" b="0" i="0">
                <a:solidFill>
                  <a:srgbClr val="D9D3C7"/>
                </a:solidFill>
              </a:defRPr>
            </a:lvl7pPr>
            <a:lvl8pPr algn="ctr">
              <a:defRPr sz="1200" b="0" i="0">
                <a:solidFill>
                  <a:srgbClr val="D9D3C7"/>
                </a:solidFill>
              </a:defRPr>
            </a:lvl8pPr>
            <a:lvl9pPr algn="ctr">
              <a:defRPr sz="1200" b="0" i="0">
                <a:solidFill>
                  <a:srgbClr val="D9D3C7"/>
                </a:solidFill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D9D3C7"/>
                </a:solidFill>
              </a:defRPr>
            </a:pPr>
            <a:r>
              <a:rPr sz="1200" b="0" i="0">
                <a:solidFill>
                  <a:srgbClr val="D9D3C7"/>
                </a:solidFill>
              </a:rPr>
              <a:t>Monto + comisión</a:t>
            </a:r>
          </a:p>
          <a:p xmlns:a="http://schemas.openxmlformats.org/drawingml/2006/main">
            <a:pPr algn="ctr">
              <a:defRPr sz="1200" b="0" i="0">
                <a:solidFill>
                  <a:srgbClr val="D9D3C7"/>
                </a:solidFill>
              </a:defRPr>
            </a:pPr>
            <a:r>
              <a:rPr sz="1200" b="0" i="0">
                <a:solidFill>
                  <a:srgbClr val="D9D3C7"/>
                </a:solidFill>
              </a:rPr>
              <a:t>dentro del contrato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6CE05-E64C-478B-9252-D9B33D9C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A33"/>
          </a:solidFill>
          <a:ln xmlns:a="http://schemas.openxmlformats.org/drawingml/2006/main" w="9525">
            <a:solidFill>
              <a:srgbClr val="0F4A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656C2-B5B5-457D-82D0-09B280D2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241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FFFDF8"/>
                </a:solidFill>
              </a:defRPr>
            </a:defPPr>
            <a:lvl1pPr algn="ctr">
              <a:defRPr sz="900" b="1" i="0">
                <a:solidFill>
                  <a:srgbClr val="FFFDF8"/>
                </a:solidFill>
              </a:defRPr>
            </a:lvl1pPr>
            <a:lvl2pPr algn="ctr">
              <a:defRPr sz="900" b="1" i="0">
                <a:solidFill>
                  <a:srgbClr val="FFFDF8"/>
                </a:solidFill>
              </a:defRPr>
            </a:lvl2pPr>
            <a:lvl3pPr algn="ctr">
              <a:defRPr sz="900" b="1" i="0">
                <a:solidFill>
                  <a:srgbClr val="FFFDF8"/>
                </a:solidFill>
              </a:defRPr>
            </a:lvl3pPr>
            <a:lvl4pPr algn="ctr">
              <a:defRPr sz="900" b="1" i="0">
                <a:solidFill>
                  <a:srgbClr val="FFFDF8"/>
                </a:solidFill>
              </a:defRPr>
            </a:lvl4pPr>
            <a:lvl5pPr algn="ctr">
              <a:defRPr sz="900" b="1" i="0">
                <a:solidFill>
                  <a:srgbClr val="FFFDF8"/>
                </a:solidFill>
              </a:defRPr>
            </a:lvl5pPr>
            <a:lvl6pPr algn="ctr">
              <a:defRPr sz="900" b="1" i="0">
                <a:solidFill>
                  <a:srgbClr val="FFFDF8"/>
                </a:solidFill>
              </a:defRPr>
            </a:lvl6pPr>
            <a:lvl7pPr algn="ctr">
              <a:defRPr sz="900" b="1" i="0">
                <a:solidFill>
                  <a:srgbClr val="FFFDF8"/>
                </a:solidFill>
              </a:defRPr>
            </a:lvl7pPr>
            <a:lvl8pPr algn="ctr">
              <a:defRPr sz="900" b="1" i="0">
                <a:solidFill>
                  <a:srgbClr val="FFFDF8"/>
                </a:solidFill>
              </a:defRPr>
            </a:lvl8pPr>
            <a:lvl9pPr algn="ctr">
              <a:defRPr sz="9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FFFDF8"/>
                </a:solidFill>
              </a:defRPr>
            </a:pPr>
            <a:r>
              <a:rPr sz="900" b="1" i="0">
                <a:solidFill>
                  <a:srgbClr val="FFFDF8"/>
                </a:solidFill>
              </a:rPr>
              <a:t>seller firma 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C517D-69F8-4536-AFA8-9FA1C182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09750"/>
            <a:ext cx="400050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E4EDE6"/>
          </a:solidFill>
          <a:ln xmlns:a="http://schemas.openxmlformats.org/drawingml/2006/main" w="14288">
            <a:solidFill>
              <a:srgbClr val="0F4A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8869A5-79E1-41E6-B414-809C2EF0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4310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 i="0">
                <a:solidFill>
                  <a:srgbClr val="0F4A33"/>
                </a:solidFill>
              </a:defRPr>
            </a:defPPr>
            <a:lvl1pPr algn="l">
              <a:defRPr sz="1575" b="1" i="0">
                <a:solidFill>
                  <a:srgbClr val="0F4A33"/>
                </a:solidFill>
              </a:defRPr>
            </a:lvl1pPr>
            <a:lvl2pPr algn="l">
              <a:defRPr sz="1575" b="1" i="0">
                <a:solidFill>
                  <a:srgbClr val="0F4A33"/>
                </a:solidFill>
              </a:defRPr>
            </a:lvl2pPr>
            <a:lvl3pPr algn="l">
              <a:defRPr sz="1575" b="1" i="0">
                <a:solidFill>
                  <a:srgbClr val="0F4A33"/>
                </a:solidFill>
              </a:defRPr>
            </a:lvl3pPr>
            <a:lvl4pPr algn="l">
              <a:defRPr sz="1575" b="1" i="0">
                <a:solidFill>
                  <a:srgbClr val="0F4A33"/>
                </a:solidFill>
              </a:defRPr>
            </a:lvl4pPr>
            <a:lvl5pPr algn="l">
              <a:defRPr sz="1575" b="1" i="0">
                <a:solidFill>
                  <a:srgbClr val="0F4A33"/>
                </a:solidFill>
              </a:defRPr>
            </a:lvl5pPr>
            <a:lvl6pPr algn="l">
              <a:defRPr sz="1575" b="1" i="0">
                <a:solidFill>
                  <a:srgbClr val="0F4A33"/>
                </a:solidFill>
              </a:defRPr>
            </a:lvl6pPr>
            <a:lvl7pPr algn="l">
              <a:defRPr sz="1575" b="1" i="0">
                <a:solidFill>
                  <a:srgbClr val="0F4A33"/>
                </a:solidFill>
              </a:defRPr>
            </a:lvl7pPr>
            <a:lvl8pPr algn="l">
              <a:defRPr sz="1575" b="1" i="0">
                <a:solidFill>
                  <a:srgbClr val="0F4A33"/>
                </a:solidFill>
              </a:defRPr>
            </a:lvl8pPr>
            <a:lvl9pPr algn="l">
              <a:defRPr sz="1575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0F4A33"/>
                </a:solidFill>
              </a:defRPr>
            </a:pPr>
            <a:r>
              <a:rPr sz="1575" b="1" i="0">
                <a:solidFill>
                  <a:srgbClr val="0F4A33"/>
                </a:solidFill>
              </a:rPr>
              <a:t>RELEASE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E9DF8D-CE61-42BB-B96A-6E43B2B9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0505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57514A"/>
                </a:solidFill>
              </a:defRPr>
            </a:defPPr>
            <a:lvl1pPr algn="l">
              <a:defRPr sz="1125" b="0" i="0">
                <a:solidFill>
                  <a:srgbClr val="57514A"/>
                </a:solidFill>
              </a:defRPr>
            </a:lvl1pPr>
            <a:lvl2pPr algn="l">
              <a:defRPr sz="1125" b="0" i="0">
                <a:solidFill>
                  <a:srgbClr val="57514A"/>
                </a:solidFill>
              </a:defRPr>
            </a:lvl2pPr>
            <a:lvl3pPr algn="l">
              <a:defRPr sz="1125" b="0" i="0">
                <a:solidFill>
                  <a:srgbClr val="57514A"/>
                </a:solidFill>
              </a:defRPr>
            </a:lvl3pPr>
            <a:lvl4pPr algn="l">
              <a:defRPr sz="1125" b="0" i="0">
                <a:solidFill>
                  <a:srgbClr val="57514A"/>
                </a:solidFill>
              </a:defRPr>
            </a:lvl4pPr>
            <a:lvl5pPr algn="l">
              <a:defRPr sz="1125" b="0" i="0">
                <a:solidFill>
                  <a:srgbClr val="57514A"/>
                </a:solidFill>
              </a:defRPr>
            </a:lvl5pPr>
            <a:lvl6pPr algn="l">
              <a:defRPr sz="1125" b="0" i="0">
                <a:solidFill>
                  <a:srgbClr val="57514A"/>
                </a:solidFill>
              </a:defRPr>
            </a:lvl6pPr>
            <a:lvl7pPr algn="l">
              <a:defRPr sz="1125" b="0" i="0">
                <a:solidFill>
                  <a:srgbClr val="57514A"/>
                </a:solidFill>
              </a:defRPr>
            </a:lvl7pPr>
            <a:lvl8pPr algn="l">
              <a:defRPr sz="1125" b="0" i="0">
                <a:solidFill>
                  <a:srgbClr val="57514A"/>
                </a:solidFill>
              </a:defRPr>
            </a:lvl8pPr>
            <a:lvl9pPr algn="l">
              <a:defRPr sz="112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57514A"/>
                </a:solidFill>
              </a:defRPr>
            </a:pPr>
            <a:r>
              <a:rPr sz="1125" b="0" i="0">
                <a:solidFill>
                  <a:srgbClr val="57514A"/>
                </a:solidFill>
              </a:rPr>
              <a:t>buyer + secreto válido. El monto va al buyer y la comisión a plataforma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FBC802-2A14-4A11-B1EA-FE5D00F5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05150"/>
            <a:ext cx="400050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BE8DD"/>
          </a:solidFill>
          <a:ln xmlns:a="http://schemas.openxmlformats.org/drawingml/2006/main" w="14288">
            <a:solidFill>
              <a:srgbClr val="C53C0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E60557-C4FB-4EE8-AFCD-CA824608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3850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 i="0">
                <a:solidFill>
                  <a:srgbClr val="C53C0A"/>
                </a:solidFill>
              </a:defRPr>
            </a:defPPr>
            <a:lvl1pPr algn="l">
              <a:defRPr sz="1575" b="1" i="0">
                <a:solidFill>
                  <a:srgbClr val="C53C0A"/>
                </a:solidFill>
              </a:defRPr>
            </a:lvl1pPr>
            <a:lvl2pPr algn="l">
              <a:defRPr sz="1575" b="1" i="0">
                <a:solidFill>
                  <a:srgbClr val="C53C0A"/>
                </a:solidFill>
              </a:defRPr>
            </a:lvl2pPr>
            <a:lvl3pPr algn="l">
              <a:defRPr sz="1575" b="1" i="0">
                <a:solidFill>
                  <a:srgbClr val="C53C0A"/>
                </a:solidFill>
              </a:defRPr>
            </a:lvl3pPr>
            <a:lvl4pPr algn="l">
              <a:defRPr sz="1575" b="1" i="0">
                <a:solidFill>
                  <a:srgbClr val="C53C0A"/>
                </a:solidFill>
              </a:defRPr>
            </a:lvl4pPr>
            <a:lvl5pPr algn="l">
              <a:defRPr sz="1575" b="1" i="0">
                <a:solidFill>
                  <a:srgbClr val="C53C0A"/>
                </a:solidFill>
              </a:defRPr>
            </a:lvl5pPr>
            <a:lvl6pPr algn="l">
              <a:defRPr sz="1575" b="1" i="0">
                <a:solidFill>
                  <a:srgbClr val="C53C0A"/>
                </a:solidFill>
              </a:defRPr>
            </a:lvl6pPr>
            <a:lvl7pPr algn="l">
              <a:defRPr sz="1575" b="1" i="0">
                <a:solidFill>
                  <a:srgbClr val="C53C0A"/>
                </a:solidFill>
              </a:defRPr>
            </a:lvl7pPr>
            <a:lvl8pPr algn="l">
              <a:defRPr sz="1575" b="1" i="0">
                <a:solidFill>
                  <a:srgbClr val="C53C0A"/>
                </a:solidFill>
              </a:defRPr>
            </a:lvl8pPr>
            <a:lvl9pPr algn="l">
              <a:defRPr sz="1575" b="1" i="0">
                <a:solidFill>
                  <a:srgbClr val="C53C0A"/>
                </a:solidFill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C53C0A"/>
                </a:solidFill>
              </a:defRPr>
            </a:pPr>
            <a:r>
              <a:rPr sz="1575" b="1" i="0">
                <a:solidFill>
                  <a:srgbClr val="C53C0A"/>
                </a:solidFill>
              </a:rPr>
              <a:t>DECLINE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A6832C-74B6-471A-8576-4A9DD140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0045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57514A"/>
                </a:solidFill>
              </a:defRPr>
            </a:defPPr>
            <a:lvl1pPr algn="l">
              <a:defRPr sz="1125" b="0" i="0">
                <a:solidFill>
                  <a:srgbClr val="57514A"/>
                </a:solidFill>
              </a:defRPr>
            </a:lvl1pPr>
            <a:lvl2pPr algn="l">
              <a:defRPr sz="1125" b="0" i="0">
                <a:solidFill>
                  <a:srgbClr val="57514A"/>
                </a:solidFill>
              </a:defRPr>
            </a:lvl2pPr>
            <a:lvl3pPr algn="l">
              <a:defRPr sz="1125" b="0" i="0">
                <a:solidFill>
                  <a:srgbClr val="57514A"/>
                </a:solidFill>
              </a:defRPr>
            </a:lvl3pPr>
            <a:lvl4pPr algn="l">
              <a:defRPr sz="1125" b="0" i="0">
                <a:solidFill>
                  <a:srgbClr val="57514A"/>
                </a:solidFill>
              </a:defRPr>
            </a:lvl4pPr>
            <a:lvl5pPr algn="l">
              <a:defRPr sz="1125" b="0" i="0">
                <a:solidFill>
                  <a:srgbClr val="57514A"/>
                </a:solidFill>
              </a:defRPr>
            </a:lvl5pPr>
            <a:lvl6pPr algn="l">
              <a:defRPr sz="1125" b="0" i="0">
                <a:solidFill>
                  <a:srgbClr val="57514A"/>
                </a:solidFill>
              </a:defRPr>
            </a:lvl6pPr>
            <a:lvl7pPr algn="l">
              <a:defRPr sz="1125" b="0" i="0">
                <a:solidFill>
                  <a:srgbClr val="57514A"/>
                </a:solidFill>
              </a:defRPr>
            </a:lvl7pPr>
            <a:lvl8pPr algn="l">
              <a:defRPr sz="1125" b="0" i="0">
                <a:solidFill>
                  <a:srgbClr val="57514A"/>
                </a:solidFill>
              </a:defRPr>
            </a:lvl8pPr>
            <a:lvl9pPr algn="l">
              <a:defRPr sz="112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57514A"/>
                </a:solidFill>
              </a:defRPr>
            </a:pPr>
            <a:r>
              <a:rPr sz="1125" b="0" i="0">
                <a:solidFill>
                  <a:srgbClr val="57514A"/>
                </a:solidFill>
              </a:rPr>
              <a:t>buyer autoriza. El monto + comisión regresan al seller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948C6F-FE6C-4C79-AA53-C6E5BD0C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00550"/>
            <a:ext cx="400050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14288">
            <a:solidFill>
              <a:srgbClr val="8A641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8C683A-F42D-408B-9551-57E0255A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3390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 i="0">
                <a:solidFill>
                  <a:srgbClr val="8A6417"/>
                </a:solidFill>
              </a:defRPr>
            </a:defPPr>
            <a:lvl1pPr algn="l">
              <a:defRPr sz="1575" b="1" i="0">
                <a:solidFill>
                  <a:srgbClr val="8A6417"/>
                </a:solidFill>
              </a:defRPr>
            </a:lvl1pPr>
            <a:lvl2pPr algn="l">
              <a:defRPr sz="1575" b="1" i="0">
                <a:solidFill>
                  <a:srgbClr val="8A6417"/>
                </a:solidFill>
              </a:defRPr>
            </a:lvl2pPr>
            <a:lvl3pPr algn="l">
              <a:defRPr sz="1575" b="1" i="0">
                <a:solidFill>
                  <a:srgbClr val="8A6417"/>
                </a:solidFill>
              </a:defRPr>
            </a:lvl3pPr>
            <a:lvl4pPr algn="l">
              <a:defRPr sz="1575" b="1" i="0">
                <a:solidFill>
                  <a:srgbClr val="8A6417"/>
                </a:solidFill>
              </a:defRPr>
            </a:lvl4pPr>
            <a:lvl5pPr algn="l">
              <a:defRPr sz="1575" b="1" i="0">
                <a:solidFill>
                  <a:srgbClr val="8A6417"/>
                </a:solidFill>
              </a:defRPr>
            </a:lvl5pPr>
            <a:lvl6pPr algn="l">
              <a:defRPr sz="1575" b="1" i="0">
                <a:solidFill>
                  <a:srgbClr val="8A6417"/>
                </a:solidFill>
              </a:defRPr>
            </a:lvl6pPr>
            <a:lvl7pPr algn="l">
              <a:defRPr sz="1575" b="1" i="0">
                <a:solidFill>
                  <a:srgbClr val="8A6417"/>
                </a:solidFill>
              </a:defRPr>
            </a:lvl7pPr>
            <a:lvl8pPr algn="l">
              <a:defRPr sz="1575" b="1" i="0">
                <a:solidFill>
                  <a:srgbClr val="8A6417"/>
                </a:solidFill>
              </a:defRPr>
            </a:lvl8pPr>
            <a:lvl9pPr algn="l">
              <a:defRPr sz="1575" b="1" i="0">
                <a:solidFill>
                  <a:srgbClr val="8A6417"/>
                </a:solidFill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8A6417"/>
                </a:solidFill>
              </a:defRPr>
            </a:pPr>
            <a:r>
              <a:rPr sz="1575" b="1" i="0">
                <a:solidFill>
                  <a:srgbClr val="8A6417"/>
                </a:solidFill>
              </a:rPr>
              <a:t>REFUND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B6CCF0-F9B0-44D1-A21C-1B4FBD0E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9585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57514A"/>
                </a:solidFill>
              </a:defRPr>
            </a:defPPr>
            <a:lvl1pPr algn="l">
              <a:defRPr sz="1125" b="0" i="0">
                <a:solidFill>
                  <a:srgbClr val="57514A"/>
                </a:solidFill>
              </a:defRPr>
            </a:lvl1pPr>
            <a:lvl2pPr algn="l">
              <a:defRPr sz="1125" b="0" i="0">
                <a:solidFill>
                  <a:srgbClr val="57514A"/>
                </a:solidFill>
              </a:defRPr>
            </a:lvl2pPr>
            <a:lvl3pPr algn="l">
              <a:defRPr sz="1125" b="0" i="0">
                <a:solidFill>
                  <a:srgbClr val="57514A"/>
                </a:solidFill>
              </a:defRPr>
            </a:lvl3pPr>
            <a:lvl4pPr algn="l">
              <a:defRPr sz="1125" b="0" i="0">
                <a:solidFill>
                  <a:srgbClr val="57514A"/>
                </a:solidFill>
              </a:defRPr>
            </a:lvl4pPr>
            <a:lvl5pPr algn="l">
              <a:defRPr sz="1125" b="0" i="0">
                <a:solidFill>
                  <a:srgbClr val="57514A"/>
                </a:solidFill>
              </a:defRPr>
            </a:lvl5pPr>
            <a:lvl6pPr algn="l">
              <a:defRPr sz="1125" b="0" i="0">
                <a:solidFill>
                  <a:srgbClr val="57514A"/>
                </a:solidFill>
              </a:defRPr>
            </a:lvl6pPr>
            <a:lvl7pPr algn="l">
              <a:defRPr sz="1125" b="0" i="0">
                <a:solidFill>
                  <a:srgbClr val="57514A"/>
                </a:solidFill>
              </a:defRPr>
            </a:lvl7pPr>
            <a:lvl8pPr algn="l">
              <a:defRPr sz="1125" b="0" i="0">
                <a:solidFill>
                  <a:srgbClr val="57514A"/>
                </a:solidFill>
              </a:defRPr>
            </a:lvl8pPr>
            <a:lvl9pPr algn="l">
              <a:defRPr sz="112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57514A"/>
                </a:solidFill>
              </a:defRPr>
            </a:pPr>
            <a:r>
              <a:rPr sz="1125" b="0" i="0">
                <a:solidFill>
                  <a:srgbClr val="57514A"/>
                </a:solidFill>
              </a:rPr>
              <a:t>Cualquiera puede llamar después del plazo. El total regresa al seller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760D72-479F-4537-8C87-4E6D651D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9145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A33"/>
          </a:solidFill>
          <a:ln xmlns:a="http://schemas.openxmlformats.org/drawingml/2006/main" w="9525">
            <a:solidFill>
              <a:srgbClr val="0F4A3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155E29-A965-4450-AADF-06E478C7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943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FFFDF8"/>
                </a:solidFill>
              </a:defRPr>
            </a:defPPr>
            <a:lvl1pPr algn="ctr">
              <a:defRPr sz="900" b="1" i="0">
                <a:solidFill>
                  <a:srgbClr val="FFFDF8"/>
                </a:solidFill>
              </a:defRPr>
            </a:lvl1pPr>
            <a:lvl2pPr algn="ctr">
              <a:defRPr sz="900" b="1" i="0">
                <a:solidFill>
                  <a:srgbClr val="FFFDF8"/>
                </a:solidFill>
              </a:defRPr>
            </a:lvl2pPr>
            <a:lvl3pPr algn="ctr">
              <a:defRPr sz="900" b="1" i="0">
                <a:solidFill>
                  <a:srgbClr val="FFFDF8"/>
                </a:solidFill>
              </a:defRPr>
            </a:lvl3pPr>
            <a:lvl4pPr algn="ctr">
              <a:defRPr sz="900" b="1" i="0">
                <a:solidFill>
                  <a:srgbClr val="FFFDF8"/>
                </a:solidFill>
              </a:defRPr>
            </a:lvl4pPr>
            <a:lvl5pPr algn="ctr">
              <a:defRPr sz="900" b="1" i="0">
                <a:solidFill>
                  <a:srgbClr val="FFFDF8"/>
                </a:solidFill>
              </a:defRPr>
            </a:lvl5pPr>
            <a:lvl6pPr algn="ctr">
              <a:defRPr sz="900" b="1" i="0">
                <a:solidFill>
                  <a:srgbClr val="FFFDF8"/>
                </a:solidFill>
              </a:defRPr>
            </a:lvl6pPr>
            <a:lvl7pPr algn="ctr">
              <a:defRPr sz="900" b="1" i="0">
                <a:solidFill>
                  <a:srgbClr val="FFFDF8"/>
                </a:solidFill>
              </a:defRPr>
            </a:lvl7pPr>
            <a:lvl8pPr algn="ctr">
              <a:defRPr sz="900" b="1" i="0">
                <a:solidFill>
                  <a:srgbClr val="FFFDF8"/>
                </a:solidFill>
              </a:defRPr>
            </a:lvl8pPr>
            <a:lvl9pPr algn="ctr">
              <a:defRPr sz="9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FFFDF8"/>
                </a:solidFill>
              </a:defRPr>
            </a:pPr>
            <a:r>
              <a:rPr sz="900" b="1" i="0">
                <a:solidFill>
                  <a:srgbClr val="FFFDF8"/>
                </a:solidFill>
              </a:rPr>
              <a:t>ÉXITO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481DF1-F5D4-4073-AAD4-8170DCE6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09925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C0A"/>
          </a:solidFill>
          <a:ln xmlns:a="http://schemas.openxmlformats.org/drawingml/2006/main" w="9525">
            <a:solidFill>
              <a:srgbClr val="C53C0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67CC9D-794C-45C0-B02E-2874929E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385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FFFDF8"/>
                </a:solidFill>
              </a:defRPr>
            </a:defPPr>
            <a:lvl1pPr algn="ctr">
              <a:defRPr sz="900" b="1" i="0">
                <a:solidFill>
                  <a:srgbClr val="FFFDF8"/>
                </a:solidFill>
              </a:defRPr>
            </a:lvl1pPr>
            <a:lvl2pPr algn="ctr">
              <a:defRPr sz="900" b="1" i="0">
                <a:solidFill>
                  <a:srgbClr val="FFFDF8"/>
                </a:solidFill>
              </a:defRPr>
            </a:lvl2pPr>
            <a:lvl3pPr algn="ctr">
              <a:defRPr sz="900" b="1" i="0">
                <a:solidFill>
                  <a:srgbClr val="FFFDF8"/>
                </a:solidFill>
              </a:defRPr>
            </a:lvl3pPr>
            <a:lvl4pPr algn="ctr">
              <a:defRPr sz="900" b="1" i="0">
                <a:solidFill>
                  <a:srgbClr val="FFFDF8"/>
                </a:solidFill>
              </a:defRPr>
            </a:lvl4pPr>
            <a:lvl5pPr algn="ctr">
              <a:defRPr sz="900" b="1" i="0">
                <a:solidFill>
                  <a:srgbClr val="FFFDF8"/>
                </a:solidFill>
              </a:defRPr>
            </a:lvl5pPr>
            <a:lvl6pPr algn="ctr">
              <a:defRPr sz="900" b="1" i="0">
                <a:solidFill>
                  <a:srgbClr val="FFFDF8"/>
                </a:solidFill>
              </a:defRPr>
            </a:lvl6pPr>
            <a:lvl7pPr algn="ctr">
              <a:defRPr sz="900" b="1" i="0">
                <a:solidFill>
                  <a:srgbClr val="FFFDF8"/>
                </a:solidFill>
              </a:defRPr>
            </a:lvl7pPr>
            <a:lvl8pPr algn="ctr">
              <a:defRPr sz="900" b="1" i="0">
                <a:solidFill>
                  <a:srgbClr val="FFFDF8"/>
                </a:solidFill>
              </a:defRPr>
            </a:lvl8pPr>
            <a:lvl9pPr algn="ctr">
              <a:defRPr sz="9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FFFDF8"/>
                </a:solidFill>
              </a:defRPr>
            </a:pPr>
            <a:r>
              <a:rPr sz="900" b="1" i="0">
                <a:solidFill>
                  <a:srgbClr val="FFFDF8"/>
                </a:solidFill>
              </a:rPr>
              <a:t>DEVUELTO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081257-95B4-4ACC-894D-DEBAE17F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05325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6417"/>
          </a:solidFill>
          <a:ln xmlns:a="http://schemas.openxmlformats.org/drawingml/2006/main" w="9525">
            <a:solidFill>
              <a:srgbClr val="8A641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64B9CB-A9AE-4FD5-B85F-98F6E8B7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5339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FFFDF8"/>
                </a:solidFill>
              </a:defRPr>
            </a:defPPr>
            <a:lvl1pPr algn="ctr">
              <a:defRPr sz="900" b="1" i="0">
                <a:solidFill>
                  <a:srgbClr val="FFFDF8"/>
                </a:solidFill>
              </a:defRPr>
            </a:lvl1pPr>
            <a:lvl2pPr algn="ctr">
              <a:defRPr sz="900" b="1" i="0">
                <a:solidFill>
                  <a:srgbClr val="FFFDF8"/>
                </a:solidFill>
              </a:defRPr>
            </a:lvl2pPr>
            <a:lvl3pPr algn="ctr">
              <a:defRPr sz="900" b="1" i="0">
                <a:solidFill>
                  <a:srgbClr val="FFFDF8"/>
                </a:solidFill>
              </a:defRPr>
            </a:lvl3pPr>
            <a:lvl4pPr algn="ctr">
              <a:defRPr sz="900" b="1" i="0">
                <a:solidFill>
                  <a:srgbClr val="FFFDF8"/>
                </a:solidFill>
              </a:defRPr>
            </a:lvl4pPr>
            <a:lvl5pPr algn="ctr">
              <a:defRPr sz="900" b="1" i="0">
                <a:solidFill>
                  <a:srgbClr val="FFFDF8"/>
                </a:solidFill>
              </a:defRPr>
            </a:lvl5pPr>
            <a:lvl6pPr algn="ctr">
              <a:defRPr sz="900" b="1" i="0">
                <a:solidFill>
                  <a:srgbClr val="FFFDF8"/>
                </a:solidFill>
              </a:defRPr>
            </a:lvl6pPr>
            <a:lvl7pPr algn="ctr">
              <a:defRPr sz="900" b="1" i="0">
                <a:solidFill>
                  <a:srgbClr val="FFFDF8"/>
                </a:solidFill>
              </a:defRPr>
            </a:lvl7pPr>
            <a:lvl8pPr algn="ctr">
              <a:defRPr sz="900" b="1" i="0">
                <a:solidFill>
                  <a:srgbClr val="FFFDF8"/>
                </a:solidFill>
              </a:defRPr>
            </a:lvl8pPr>
            <a:lvl9pPr algn="ctr">
              <a:defRPr sz="9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FFFDF8"/>
                </a:solidFill>
              </a:defRPr>
            </a:pPr>
            <a:r>
              <a:rPr sz="900" b="1" i="0">
                <a:solidFill>
                  <a:srgbClr val="FFFDF8"/>
                </a:solidFill>
              </a:rPr>
              <a:t>DEVUELTO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10163E-A9A9-4BB5-B22C-A5131337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C0392B"/>
                </a:solidFill>
              </a:defRPr>
            </a:defPPr>
            <a:lvl1pPr algn="l">
              <a:defRPr sz="1350" b="1" i="0">
                <a:solidFill>
                  <a:srgbClr val="C0392B"/>
                </a:solidFill>
              </a:defRPr>
            </a:lvl1pPr>
            <a:lvl2pPr algn="l">
              <a:defRPr sz="1350" b="1" i="0">
                <a:solidFill>
                  <a:srgbClr val="C0392B"/>
                </a:solidFill>
              </a:defRPr>
            </a:lvl2pPr>
            <a:lvl3pPr algn="l">
              <a:defRPr sz="1350" b="1" i="0">
                <a:solidFill>
                  <a:srgbClr val="C0392B"/>
                </a:solidFill>
              </a:defRPr>
            </a:lvl3pPr>
            <a:lvl4pPr algn="l">
              <a:defRPr sz="1350" b="1" i="0">
                <a:solidFill>
                  <a:srgbClr val="C0392B"/>
                </a:solidFill>
              </a:defRPr>
            </a:lvl4pPr>
            <a:lvl5pPr algn="l">
              <a:defRPr sz="1350" b="1" i="0">
                <a:solidFill>
                  <a:srgbClr val="C0392B"/>
                </a:solidFill>
              </a:defRPr>
            </a:lvl5pPr>
            <a:lvl6pPr algn="l">
              <a:defRPr sz="1350" b="1" i="0">
                <a:solidFill>
                  <a:srgbClr val="C0392B"/>
                </a:solidFill>
              </a:defRPr>
            </a:lvl6pPr>
            <a:lvl7pPr algn="l">
              <a:defRPr sz="1350" b="1" i="0">
                <a:solidFill>
                  <a:srgbClr val="C0392B"/>
                </a:solidFill>
              </a:defRPr>
            </a:lvl7pPr>
            <a:lvl8pPr algn="l">
              <a:defRPr sz="1350" b="1" i="0">
                <a:solidFill>
                  <a:srgbClr val="C0392B"/>
                </a:solidFill>
              </a:defRPr>
            </a:lvl8pPr>
            <a:lvl9pPr algn="l">
              <a:defRPr sz="1350" b="1" i="0">
                <a:solidFill>
                  <a:srgbClr val="C0392B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C0392B"/>
                </a:solidFill>
              </a:defRPr>
            </a:pPr>
            <a:r>
              <a:rPr sz="1350" b="1" i="0">
                <a:solidFill>
                  <a:srgbClr val="C0392B"/>
                </a:solidFill>
              </a:rPr>
              <a:t>El estado cancelled de la base de datos no mueve dinero por sí solo.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1BAF94-DE4E-48CB-88AA-FFBDD536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7514A"/>
                </a:solidFill>
              </a:defRPr>
            </a:defPPr>
            <a:lvl1pPr algn="l">
              <a:defRPr sz="1200" b="0" i="0">
                <a:solidFill>
                  <a:srgbClr val="57514A"/>
                </a:solidFill>
              </a:defRPr>
            </a:lvl1pPr>
            <a:lvl2pPr algn="l">
              <a:defRPr sz="1200" b="0" i="0">
                <a:solidFill>
                  <a:srgbClr val="57514A"/>
                </a:solidFill>
              </a:defRPr>
            </a:lvl2pPr>
            <a:lvl3pPr algn="l">
              <a:defRPr sz="1200" b="0" i="0">
                <a:solidFill>
                  <a:srgbClr val="57514A"/>
                </a:solidFill>
              </a:defRPr>
            </a:lvl3pPr>
            <a:lvl4pPr algn="l">
              <a:defRPr sz="1200" b="0" i="0">
                <a:solidFill>
                  <a:srgbClr val="57514A"/>
                </a:solidFill>
              </a:defRPr>
            </a:lvl4pPr>
            <a:lvl5pPr algn="l">
              <a:defRPr sz="1200" b="0" i="0">
                <a:solidFill>
                  <a:srgbClr val="57514A"/>
                </a:solidFill>
              </a:defRPr>
            </a:lvl5pPr>
            <a:lvl6pPr algn="l">
              <a:defRPr sz="1200" b="0" i="0">
                <a:solidFill>
                  <a:srgbClr val="57514A"/>
                </a:solidFill>
              </a:defRPr>
            </a:lvl6pPr>
            <a:lvl7pPr algn="l">
              <a:defRPr sz="1200" b="0" i="0">
                <a:solidFill>
                  <a:srgbClr val="57514A"/>
                </a:solidFill>
              </a:defRPr>
            </a:lvl7pPr>
            <a:lvl8pPr algn="l">
              <a:defRPr sz="1200" b="0" i="0">
                <a:solidFill>
                  <a:srgbClr val="57514A"/>
                </a:solidFill>
              </a:defRPr>
            </a:lvl8pPr>
            <a:lvl9pPr algn="l">
              <a:defRPr sz="1200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57514A"/>
                </a:solidFill>
              </a:defRPr>
            </a:pPr>
            <a:r>
              <a:rPr sz="1200" b="0" i="0">
                <a:solidFill>
                  <a:srgbClr val="57514A"/>
                </a:solidFill>
              </a:rPr>
              <a:t>Solo una transacción confirmada en cadena permite mostrar refunded.</a:t>
            </a:r>
          </a:p>
        </p:txBody>
      </p:sp>
    </p:spTree>
    <p:extLst>
      <p:ext uri="{BB962C8B-B14F-4D97-AF65-F5344CB8AC3E}">
        <p14:creationId xmlns:p14="http://schemas.microsoft.com/office/powerpoint/2010/main" val="1321079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230233-806A-4494-953B-FFDA96199B36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020050" y="36004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57D71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CE24F6-5635-4514-A79F-8B7CE2483CED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448300" y="36004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57D71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EF1C7-E019-47A8-A858-CB5BF62CB12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76550" y="36004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57D71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534666-C3F3-4938-8F53-499DF078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 i="0">
                <a:solidFill>
                  <a:srgbClr val="0F4A33"/>
                </a:solidFill>
              </a:defRPr>
            </a:defPPr>
            <a:lvl1pPr algn="l">
              <a:defRPr sz="825" b="1" i="0">
                <a:solidFill>
                  <a:srgbClr val="0F4A33"/>
                </a:solidFill>
              </a:defRPr>
            </a:lvl1pPr>
            <a:lvl2pPr algn="l">
              <a:defRPr sz="825" b="1" i="0">
                <a:solidFill>
                  <a:srgbClr val="0F4A33"/>
                </a:solidFill>
              </a:defRPr>
            </a:lvl2pPr>
            <a:lvl3pPr algn="l">
              <a:defRPr sz="825" b="1" i="0">
                <a:solidFill>
                  <a:srgbClr val="0F4A33"/>
                </a:solidFill>
              </a:defRPr>
            </a:lvl3pPr>
            <a:lvl4pPr algn="l">
              <a:defRPr sz="825" b="1" i="0">
                <a:solidFill>
                  <a:srgbClr val="0F4A33"/>
                </a:solidFill>
              </a:defRPr>
            </a:lvl4pPr>
            <a:lvl5pPr algn="l">
              <a:defRPr sz="825" b="1" i="0">
                <a:solidFill>
                  <a:srgbClr val="0F4A33"/>
                </a:solidFill>
              </a:defRPr>
            </a:lvl5pPr>
            <a:lvl6pPr algn="l">
              <a:defRPr sz="825" b="1" i="0">
                <a:solidFill>
                  <a:srgbClr val="0F4A33"/>
                </a:solidFill>
              </a:defRPr>
            </a:lvl6pPr>
            <a:lvl7pPr algn="l">
              <a:defRPr sz="825" b="1" i="0">
                <a:solidFill>
                  <a:srgbClr val="0F4A33"/>
                </a:solidFill>
              </a:defRPr>
            </a:lvl7pPr>
            <a:lvl8pPr algn="l">
              <a:defRPr sz="825" b="1" i="0">
                <a:solidFill>
                  <a:srgbClr val="0F4A33"/>
                </a:solidFill>
              </a:defRPr>
            </a:lvl8pPr>
            <a:lvl9pPr algn="l">
              <a:defRPr sz="825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0F4A33"/>
                </a:solidFill>
              </a:defRPr>
            </a:pPr>
            <a:r>
              <a:rPr sz="825" b="1" i="0">
                <a:solidFill>
                  <a:srgbClr val="0F4A33"/>
                </a:solidFill>
              </a:rPr>
              <a:t>MICOPAY · ESCROW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DE655-7193-4415-BAA9-2055E5AD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 i="0">
                <a:solidFill>
                  <a:srgbClr val="857D71"/>
                </a:solidFill>
              </a:defRPr>
            </a:defPPr>
            <a:lvl1pPr algn="r">
              <a:defRPr sz="825" b="1" i="0">
                <a:solidFill>
                  <a:srgbClr val="857D71"/>
                </a:solidFill>
              </a:defRPr>
            </a:lvl1pPr>
            <a:lvl2pPr algn="r">
              <a:defRPr sz="825" b="1" i="0">
                <a:solidFill>
                  <a:srgbClr val="857D71"/>
                </a:solidFill>
              </a:defRPr>
            </a:lvl2pPr>
            <a:lvl3pPr algn="r">
              <a:defRPr sz="825" b="1" i="0">
                <a:solidFill>
                  <a:srgbClr val="857D71"/>
                </a:solidFill>
              </a:defRPr>
            </a:lvl3pPr>
            <a:lvl4pPr algn="r">
              <a:defRPr sz="825" b="1" i="0">
                <a:solidFill>
                  <a:srgbClr val="857D71"/>
                </a:solidFill>
              </a:defRPr>
            </a:lvl4pPr>
            <a:lvl5pPr algn="r">
              <a:defRPr sz="825" b="1" i="0">
                <a:solidFill>
                  <a:srgbClr val="857D71"/>
                </a:solidFill>
              </a:defRPr>
            </a:lvl5pPr>
            <a:lvl6pPr algn="r">
              <a:defRPr sz="825" b="1" i="0">
                <a:solidFill>
                  <a:srgbClr val="857D71"/>
                </a:solidFill>
              </a:defRPr>
            </a:lvl6pPr>
            <a:lvl7pPr algn="r">
              <a:defRPr sz="825" b="1" i="0">
                <a:solidFill>
                  <a:srgbClr val="857D71"/>
                </a:solidFill>
              </a:defRPr>
            </a:lvl7pPr>
            <a:lvl8pPr algn="r">
              <a:defRPr sz="825" b="1" i="0">
                <a:solidFill>
                  <a:srgbClr val="857D71"/>
                </a:solidFill>
              </a:defRPr>
            </a:lvl8pPr>
            <a:lvl9pPr algn="r">
              <a:defRPr sz="825" b="1" i="0">
                <a:solidFill>
                  <a:srgbClr val="857D71"/>
                </a:solidFill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857D71"/>
                </a:solidFill>
              </a:defRPr>
            </a:pPr>
            <a:r>
              <a:rPr sz="825" b="1" i="0">
                <a:solidFill>
                  <a:srgbClr val="857D71"/>
                </a:solidFill>
              </a:rPr>
              <a:t>FLUJO EXITOSO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EAB6A-1E0B-4DD8-87B3-8A916DE1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D5C4"/>
          </a:solidFill>
          <a:ln xmlns:a="http://schemas.openxmlformats.org/drawingml/2006/main" w="0">
            <a:solidFill>
              <a:srgbClr val="DDD5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646B9-A258-414F-81C9-855BC9B6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 i="0">
                <a:solidFill>
                  <a:srgbClr val="857D71"/>
                </a:solidFill>
              </a:defRPr>
            </a:defPPr>
            <a:lvl1pPr algn="r">
              <a:defRPr sz="750" b="0" i="0">
                <a:solidFill>
                  <a:srgbClr val="857D71"/>
                </a:solidFill>
              </a:defRPr>
            </a:lvl1pPr>
            <a:lvl2pPr algn="r">
              <a:defRPr sz="750" b="0" i="0">
                <a:solidFill>
                  <a:srgbClr val="857D71"/>
                </a:solidFill>
              </a:defRPr>
            </a:lvl2pPr>
            <a:lvl3pPr algn="r">
              <a:defRPr sz="750" b="0" i="0">
                <a:solidFill>
                  <a:srgbClr val="857D71"/>
                </a:solidFill>
              </a:defRPr>
            </a:lvl3pPr>
            <a:lvl4pPr algn="r">
              <a:defRPr sz="750" b="0" i="0">
                <a:solidFill>
                  <a:srgbClr val="857D71"/>
                </a:solidFill>
              </a:defRPr>
            </a:lvl4pPr>
            <a:lvl5pPr algn="r">
              <a:defRPr sz="750" b="0" i="0">
                <a:solidFill>
                  <a:srgbClr val="857D71"/>
                </a:solidFill>
              </a:defRPr>
            </a:lvl5pPr>
            <a:lvl6pPr algn="r">
              <a:defRPr sz="750" b="0" i="0">
                <a:solidFill>
                  <a:srgbClr val="857D71"/>
                </a:solidFill>
              </a:defRPr>
            </a:lvl6pPr>
            <a:lvl7pPr algn="r">
              <a:defRPr sz="750" b="0" i="0">
                <a:solidFill>
                  <a:srgbClr val="857D71"/>
                </a:solidFill>
              </a:defRPr>
            </a:lvl7pPr>
            <a:lvl8pPr algn="r">
              <a:defRPr sz="750" b="0" i="0">
                <a:solidFill>
                  <a:srgbClr val="857D71"/>
                </a:solidFill>
              </a:defRPr>
            </a:lvl8pPr>
            <a:lvl9pPr algn="r">
              <a:defRPr sz="750" b="0" i="0">
                <a:solidFill>
                  <a:srgbClr val="857D71"/>
                </a:solidFill>
              </a:defRPr>
            </a:lvl9pPr>
          </a:lstStyle>
          <a:p xmlns:a="http://schemas.openxmlformats.org/drawingml/2006/main">
            <a:pPr algn="r">
              <a:defRPr sz="750" b="0" i="0">
                <a:solidFill>
                  <a:srgbClr val="857D71"/>
                </a:solidFill>
              </a:defRPr>
            </a:pPr>
            <a:r>
              <a:rPr sz="750" b="0" i="0">
                <a:solidFill>
                  <a:srgbClr val="857D71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B086E-A1E6-4669-838D-970BA522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 i="0">
                <a:solidFill>
                  <a:srgbClr val="16130F"/>
                </a:solidFill>
              </a:defRPr>
            </a:defPPr>
            <a:lvl1pPr algn="l">
              <a:defRPr sz="2550" b="1" i="0">
                <a:solidFill>
                  <a:srgbClr val="16130F"/>
                </a:solidFill>
              </a:defRPr>
            </a:lvl1pPr>
            <a:lvl2pPr algn="l">
              <a:defRPr sz="2550" b="1" i="0">
                <a:solidFill>
                  <a:srgbClr val="16130F"/>
                </a:solidFill>
              </a:defRPr>
            </a:lvl2pPr>
            <a:lvl3pPr algn="l">
              <a:defRPr sz="2550" b="1" i="0">
                <a:solidFill>
                  <a:srgbClr val="16130F"/>
                </a:solidFill>
              </a:defRPr>
            </a:lvl3pPr>
            <a:lvl4pPr algn="l">
              <a:defRPr sz="2550" b="1" i="0">
                <a:solidFill>
                  <a:srgbClr val="16130F"/>
                </a:solidFill>
              </a:defRPr>
            </a:lvl4pPr>
            <a:lvl5pPr algn="l">
              <a:defRPr sz="2550" b="1" i="0">
                <a:solidFill>
                  <a:srgbClr val="16130F"/>
                </a:solidFill>
              </a:defRPr>
            </a:lvl5pPr>
            <a:lvl6pPr algn="l">
              <a:defRPr sz="2550" b="1" i="0">
                <a:solidFill>
                  <a:srgbClr val="16130F"/>
                </a:solidFill>
              </a:defRPr>
            </a:lvl6pPr>
            <a:lvl7pPr algn="l">
              <a:defRPr sz="2550" b="1" i="0">
                <a:solidFill>
                  <a:srgbClr val="16130F"/>
                </a:solidFill>
              </a:defRPr>
            </a:lvl7pPr>
            <a:lvl8pPr algn="l">
              <a:defRPr sz="2550" b="1" i="0">
                <a:solidFill>
                  <a:srgbClr val="16130F"/>
                </a:solidFill>
              </a:defRPr>
            </a:lvl8pPr>
            <a:lvl9pPr algn="l">
              <a:defRPr sz="255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6130F"/>
                </a:solidFill>
              </a:defRPr>
            </a:pPr>
            <a:r>
              <a:rPr sz="2550" b="1" i="0">
                <a:solidFill>
                  <a:srgbClr val="16130F"/>
                </a:solidFill>
              </a:rPr>
              <a:t>Qué ocurre cuando todo sale bien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DA5BF-6F2B-4A17-AAE9-B1110905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57514A"/>
                </a:solidFill>
              </a:defRPr>
            </a:defPPr>
            <a:lvl1pPr algn="l">
              <a:defRPr sz="1350" b="0" i="0">
                <a:solidFill>
                  <a:srgbClr val="57514A"/>
                </a:solidFill>
              </a:defRPr>
            </a:lvl1pPr>
            <a:lvl2pPr algn="l">
              <a:defRPr sz="1350" b="0" i="0">
                <a:solidFill>
                  <a:srgbClr val="57514A"/>
                </a:solidFill>
              </a:defRPr>
            </a:lvl2pPr>
            <a:lvl3pPr algn="l">
              <a:defRPr sz="1350" b="0" i="0">
                <a:solidFill>
                  <a:srgbClr val="57514A"/>
                </a:solidFill>
              </a:defRPr>
            </a:lvl3pPr>
            <a:lvl4pPr algn="l">
              <a:defRPr sz="1350" b="0" i="0">
                <a:solidFill>
                  <a:srgbClr val="57514A"/>
                </a:solidFill>
              </a:defRPr>
            </a:lvl4pPr>
            <a:lvl5pPr algn="l">
              <a:defRPr sz="1350" b="0" i="0">
                <a:solidFill>
                  <a:srgbClr val="57514A"/>
                </a:solidFill>
              </a:defRPr>
            </a:lvl5pPr>
            <a:lvl6pPr algn="l">
              <a:defRPr sz="1350" b="0" i="0">
                <a:solidFill>
                  <a:srgbClr val="57514A"/>
                </a:solidFill>
              </a:defRPr>
            </a:lvl6pPr>
            <a:lvl7pPr algn="l">
              <a:defRPr sz="1350" b="0" i="0">
                <a:solidFill>
                  <a:srgbClr val="57514A"/>
                </a:solidFill>
              </a:defRPr>
            </a:lvl7pPr>
            <a:lvl8pPr algn="l">
              <a:defRPr sz="1350" b="0" i="0">
                <a:solidFill>
                  <a:srgbClr val="57514A"/>
                </a:solidFill>
              </a:defRPr>
            </a:lvl8pPr>
            <a:lvl9pPr algn="l">
              <a:defRPr sz="1350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7514A"/>
                </a:solidFill>
              </a:defRPr>
            </a:pPr>
            <a:r>
              <a:rPr sz="1350" b="0" i="0">
                <a:solidFill>
                  <a:srgbClr val="57514A"/>
                </a:solidFill>
              </a:rPr>
              <a:t>El activo solo se libera después de la entrega y de una firma válida del agente.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37029-1409-4FC2-A9FB-33455C14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190750" cy="266700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6130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FD126-8467-44E6-A354-FF371FCD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6130F"/>
                </a:solidFill>
              </a:defRPr>
            </a:defPPr>
            <a:lvl1pPr algn="l">
              <a:defRPr sz="1500" b="1" i="0">
                <a:solidFill>
                  <a:srgbClr val="16130F"/>
                </a:solidFill>
              </a:defRPr>
            </a:lvl1pPr>
            <a:lvl2pPr algn="l">
              <a:defRPr sz="1500" b="1" i="0">
                <a:solidFill>
                  <a:srgbClr val="16130F"/>
                </a:solidFill>
              </a:defRPr>
            </a:lvl2pPr>
            <a:lvl3pPr algn="l">
              <a:defRPr sz="1500" b="1" i="0">
                <a:solidFill>
                  <a:srgbClr val="16130F"/>
                </a:solidFill>
              </a:defRPr>
            </a:lvl3pPr>
            <a:lvl4pPr algn="l">
              <a:defRPr sz="1500" b="1" i="0">
                <a:solidFill>
                  <a:srgbClr val="16130F"/>
                </a:solidFill>
              </a:defRPr>
            </a:lvl4pPr>
            <a:lvl5pPr algn="l">
              <a:defRPr sz="1500" b="1" i="0">
                <a:solidFill>
                  <a:srgbClr val="16130F"/>
                </a:solidFill>
              </a:defRPr>
            </a:lvl5pPr>
            <a:lvl6pPr algn="l">
              <a:defRPr sz="1500" b="1" i="0">
                <a:solidFill>
                  <a:srgbClr val="16130F"/>
                </a:solidFill>
              </a:defRPr>
            </a:lvl6pPr>
            <a:lvl7pPr algn="l">
              <a:defRPr sz="1500" b="1" i="0">
                <a:solidFill>
                  <a:srgbClr val="16130F"/>
                </a:solidFill>
              </a:defRPr>
            </a:lvl7pPr>
            <a:lvl8pPr algn="l">
              <a:defRPr sz="1500" b="1" i="0">
                <a:solidFill>
                  <a:srgbClr val="16130F"/>
                </a:solidFill>
              </a:defRPr>
            </a:lvl8pPr>
            <a:lvl9pPr algn="l">
              <a:defRPr sz="150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6130F"/>
                </a:solidFill>
              </a:defRPr>
            </a:pPr>
            <a:r>
              <a:rPr sz="1500" b="1" i="0">
                <a:solidFill>
                  <a:srgbClr val="16130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3629A-218C-4373-BAE0-F4166C9F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6130F"/>
                </a:solidFill>
              </a:defRPr>
            </a:defPPr>
            <a:lvl1pPr algn="l">
              <a:defRPr sz="1800" b="1" i="0">
                <a:solidFill>
                  <a:srgbClr val="16130F"/>
                </a:solidFill>
              </a:defRPr>
            </a:lvl1pPr>
            <a:lvl2pPr algn="l">
              <a:defRPr sz="1800" b="1" i="0">
                <a:solidFill>
                  <a:srgbClr val="16130F"/>
                </a:solidFill>
              </a:defRPr>
            </a:lvl2pPr>
            <a:lvl3pPr algn="l">
              <a:defRPr sz="1800" b="1" i="0">
                <a:solidFill>
                  <a:srgbClr val="16130F"/>
                </a:solidFill>
              </a:defRPr>
            </a:lvl3pPr>
            <a:lvl4pPr algn="l">
              <a:defRPr sz="1800" b="1" i="0">
                <a:solidFill>
                  <a:srgbClr val="16130F"/>
                </a:solidFill>
              </a:defRPr>
            </a:lvl4pPr>
            <a:lvl5pPr algn="l">
              <a:defRPr sz="1800" b="1" i="0">
                <a:solidFill>
                  <a:srgbClr val="16130F"/>
                </a:solidFill>
              </a:defRPr>
            </a:lvl5pPr>
            <a:lvl6pPr algn="l">
              <a:defRPr sz="1800" b="1" i="0">
                <a:solidFill>
                  <a:srgbClr val="16130F"/>
                </a:solidFill>
              </a:defRPr>
            </a:lvl6pPr>
            <a:lvl7pPr algn="l">
              <a:defRPr sz="1800" b="1" i="0">
                <a:solidFill>
                  <a:srgbClr val="16130F"/>
                </a:solidFill>
              </a:defRPr>
            </a:lvl7pPr>
            <a:lvl8pPr algn="l">
              <a:defRPr sz="1800" b="1" i="0">
                <a:solidFill>
                  <a:srgbClr val="16130F"/>
                </a:solidFill>
              </a:defRPr>
            </a:lvl8pPr>
            <a:lvl9pPr algn="l">
              <a:defRPr sz="180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6130F"/>
                </a:solidFill>
              </a:defRPr>
            </a:pPr>
            <a:r>
              <a:rPr sz="1800" b="1" i="0">
                <a:solidFill>
                  <a:srgbClr val="16130F"/>
                </a:solidFill>
              </a:rPr>
              <a:t>CREAR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1992A-184F-43FE-A74B-37A1DC34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847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7514A"/>
                </a:solidFill>
              </a:defRPr>
            </a:defPPr>
            <a:lvl1pPr algn="l">
              <a:defRPr sz="1275" b="0" i="0">
                <a:solidFill>
                  <a:srgbClr val="57514A"/>
                </a:solidFill>
              </a:defRPr>
            </a:lvl1pPr>
            <a:lvl2pPr algn="l">
              <a:defRPr sz="1275" b="0" i="0">
                <a:solidFill>
                  <a:srgbClr val="57514A"/>
                </a:solidFill>
              </a:defRPr>
            </a:lvl2pPr>
            <a:lvl3pPr algn="l">
              <a:defRPr sz="1275" b="0" i="0">
                <a:solidFill>
                  <a:srgbClr val="57514A"/>
                </a:solidFill>
              </a:defRPr>
            </a:lvl3pPr>
            <a:lvl4pPr algn="l">
              <a:defRPr sz="1275" b="0" i="0">
                <a:solidFill>
                  <a:srgbClr val="57514A"/>
                </a:solidFill>
              </a:defRPr>
            </a:lvl4pPr>
            <a:lvl5pPr algn="l">
              <a:defRPr sz="1275" b="0" i="0">
                <a:solidFill>
                  <a:srgbClr val="57514A"/>
                </a:solidFill>
              </a:defRPr>
            </a:lvl5pPr>
            <a:lvl6pPr algn="l">
              <a:defRPr sz="1275" b="0" i="0">
                <a:solidFill>
                  <a:srgbClr val="57514A"/>
                </a:solidFill>
              </a:defRPr>
            </a:lvl6pPr>
            <a:lvl7pPr algn="l">
              <a:defRPr sz="1275" b="0" i="0">
                <a:solidFill>
                  <a:srgbClr val="57514A"/>
                </a:solidFill>
              </a:defRPr>
            </a:lvl7pPr>
            <a:lvl8pPr algn="l">
              <a:defRPr sz="1275" b="0" i="0">
                <a:solidFill>
                  <a:srgbClr val="57514A"/>
                </a:solidFill>
              </a:defRPr>
            </a:lvl8pPr>
            <a:lvl9pPr algn="l">
              <a:defRPr sz="127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El backend crea la operación y fija seller, buyer, activo, monto y plazo.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B8084-9F67-49DD-B054-9846A41A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66950"/>
            <a:ext cx="2190750" cy="266700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E4EDE6"/>
          </a:solidFill>
          <a:ln xmlns:a="http://schemas.openxmlformats.org/drawingml/2006/main" w="19050">
            <a:solidFill>
              <a:srgbClr val="0F4A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55804-9785-456D-877C-DB62FE81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19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0F4A33"/>
                </a:solidFill>
              </a:defRPr>
            </a:defPPr>
            <a:lvl1pPr algn="l">
              <a:defRPr sz="1500" b="1" i="0">
                <a:solidFill>
                  <a:srgbClr val="0F4A33"/>
                </a:solidFill>
              </a:defRPr>
            </a:lvl1pPr>
            <a:lvl2pPr algn="l">
              <a:defRPr sz="1500" b="1" i="0">
                <a:solidFill>
                  <a:srgbClr val="0F4A33"/>
                </a:solidFill>
              </a:defRPr>
            </a:lvl2pPr>
            <a:lvl3pPr algn="l">
              <a:defRPr sz="1500" b="1" i="0">
                <a:solidFill>
                  <a:srgbClr val="0F4A33"/>
                </a:solidFill>
              </a:defRPr>
            </a:lvl3pPr>
            <a:lvl4pPr algn="l">
              <a:defRPr sz="1500" b="1" i="0">
                <a:solidFill>
                  <a:srgbClr val="0F4A33"/>
                </a:solidFill>
              </a:defRPr>
            </a:lvl4pPr>
            <a:lvl5pPr algn="l">
              <a:defRPr sz="1500" b="1" i="0">
                <a:solidFill>
                  <a:srgbClr val="0F4A33"/>
                </a:solidFill>
              </a:defRPr>
            </a:lvl5pPr>
            <a:lvl6pPr algn="l">
              <a:defRPr sz="1500" b="1" i="0">
                <a:solidFill>
                  <a:srgbClr val="0F4A33"/>
                </a:solidFill>
              </a:defRPr>
            </a:lvl6pPr>
            <a:lvl7pPr algn="l">
              <a:defRPr sz="1500" b="1" i="0">
                <a:solidFill>
                  <a:srgbClr val="0F4A33"/>
                </a:solidFill>
              </a:defRPr>
            </a:lvl7pPr>
            <a:lvl8pPr algn="l">
              <a:defRPr sz="1500" b="1" i="0">
                <a:solidFill>
                  <a:srgbClr val="0F4A33"/>
                </a:solidFill>
              </a:defRPr>
            </a:lvl8pPr>
            <a:lvl9pPr algn="l">
              <a:defRPr sz="1500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F4A33"/>
                </a:solidFill>
              </a:defRPr>
            </a:pPr>
            <a:r>
              <a:rPr sz="1500" b="1" i="0">
                <a:solidFill>
                  <a:srgbClr val="0F4A33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C73F95-7537-4C4A-A968-C9AF6A19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6130F"/>
                </a:solidFill>
              </a:defRPr>
            </a:defPPr>
            <a:lvl1pPr algn="l">
              <a:defRPr sz="1800" b="1" i="0">
                <a:solidFill>
                  <a:srgbClr val="16130F"/>
                </a:solidFill>
              </a:defRPr>
            </a:lvl1pPr>
            <a:lvl2pPr algn="l">
              <a:defRPr sz="1800" b="1" i="0">
                <a:solidFill>
                  <a:srgbClr val="16130F"/>
                </a:solidFill>
              </a:defRPr>
            </a:lvl2pPr>
            <a:lvl3pPr algn="l">
              <a:defRPr sz="1800" b="1" i="0">
                <a:solidFill>
                  <a:srgbClr val="16130F"/>
                </a:solidFill>
              </a:defRPr>
            </a:lvl3pPr>
            <a:lvl4pPr algn="l">
              <a:defRPr sz="1800" b="1" i="0">
                <a:solidFill>
                  <a:srgbClr val="16130F"/>
                </a:solidFill>
              </a:defRPr>
            </a:lvl4pPr>
            <a:lvl5pPr algn="l">
              <a:defRPr sz="1800" b="1" i="0">
                <a:solidFill>
                  <a:srgbClr val="16130F"/>
                </a:solidFill>
              </a:defRPr>
            </a:lvl5pPr>
            <a:lvl6pPr algn="l">
              <a:defRPr sz="1800" b="1" i="0">
                <a:solidFill>
                  <a:srgbClr val="16130F"/>
                </a:solidFill>
              </a:defRPr>
            </a:lvl6pPr>
            <a:lvl7pPr algn="l">
              <a:defRPr sz="1800" b="1" i="0">
                <a:solidFill>
                  <a:srgbClr val="16130F"/>
                </a:solidFill>
              </a:defRPr>
            </a:lvl7pPr>
            <a:lvl8pPr algn="l">
              <a:defRPr sz="1800" b="1" i="0">
                <a:solidFill>
                  <a:srgbClr val="16130F"/>
                </a:solidFill>
              </a:defRPr>
            </a:lvl8pPr>
            <a:lvl9pPr algn="l">
              <a:defRPr sz="180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6130F"/>
                </a:solidFill>
              </a:defRPr>
            </a:pPr>
            <a:r>
              <a:rPr sz="1800" b="1" i="0">
                <a:solidFill>
                  <a:srgbClr val="16130F"/>
                </a:solidFill>
              </a:rPr>
              <a:t>LOCK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C63F7-DA68-4EDF-BAB8-3373AD2B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1847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7514A"/>
                </a:solidFill>
              </a:defRPr>
            </a:defPPr>
            <a:lvl1pPr algn="l">
              <a:defRPr sz="1275" b="0" i="0">
                <a:solidFill>
                  <a:srgbClr val="57514A"/>
                </a:solidFill>
              </a:defRPr>
            </a:lvl1pPr>
            <a:lvl2pPr algn="l">
              <a:defRPr sz="1275" b="0" i="0">
                <a:solidFill>
                  <a:srgbClr val="57514A"/>
                </a:solidFill>
              </a:defRPr>
            </a:lvl2pPr>
            <a:lvl3pPr algn="l">
              <a:defRPr sz="1275" b="0" i="0">
                <a:solidFill>
                  <a:srgbClr val="57514A"/>
                </a:solidFill>
              </a:defRPr>
            </a:lvl3pPr>
            <a:lvl4pPr algn="l">
              <a:defRPr sz="1275" b="0" i="0">
                <a:solidFill>
                  <a:srgbClr val="57514A"/>
                </a:solidFill>
              </a:defRPr>
            </a:lvl4pPr>
            <a:lvl5pPr algn="l">
              <a:defRPr sz="1275" b="0" i="0">
                <a:solidFill>
                  <a:srgbClr val="57514A"/>
                </a:solidFill>
              </a:defRPr>
            </a:lvl5pPr>
            <a:lvl6pPr algn="l">
              <a:defRPr sz="1275" b="0" i="0">
                <a:solidFill>
                  <a:srgbClr val="57514A"/>
                </a:solidFill>
              </a:defRPr>
            </a:lvl6pPr>
            <a:lvl7pPr algn="l">
              <a:defRPr sz="1275" b="0" i="0">
                <a:solidFill>
                  <a:srgbClr val="57514A"/>
                </a:solidFill>
              </a:defRPr>
            </a:lvl7pPr>
            <a:lvl8pPr algn="l">
              <a:defRPr sz="1275" b="0" i="0">
                <a:solidFill>
                  <a:srgbClr val="57514A"/>
                </a:solidFill>
              </a:defRPr>
            </a:lvl8pPr>
            <a:lvl9pPr algn="l">
              <a:defRPr sz="127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El seller firma. El contrato recibe monto + comisión.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69D8D-FF1C-4BC3-9E95-8F7C13E4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66950"/>
            <a:ext cx="2190750" cy="266700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FBE8DD"/>
          </a:solidFill>
          <a:ln xmlns:a="http://schemas.openxmlformats.org/drawingml/2006/main" w="19050">
            <a:solidFill>
              <a:srgbClr val="C53C0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C5AF7-3443-493A-B31C-91490556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C53C0A"/>
                </a:solidFill>
              </a:defRPr>
            </a:defPPr>
            <a:lvl1pPr algn="l">
              <a:defRPr sz="1500" b="1" i="0">
                <a:solidFill>
                  <a:srgbClr val="C53C0A"/>
                </a:solidFill>
              </a:defRPr>
            </a:lvl1pPr>
            <a:lvl2pPr algn="l">
              <a:defRPr sz="1500" b="1" i="0">
                <a:solidFill>
                  <a:srgbClr val="C53C0A"/>
                </a:solidFill>
              </a:defRPr>
            </a:lvl2pPr>
            <a:lvl3pPr algn="l">
              <a:defRPr sz="1500" b="1" i="0">
                <a:solidFill>
                  <a:srgbClr val="C53C0A"/>
                </a:solidFill>
              </a:defRPr>
            </a:lvl3pPr>
            <a:lvl4pPr algn="l">
              <a:defRPr sz="1500" b="1" i="0">
                <a:solidFill>
                  <a:srgbClr val="C53C0A"/>
                </a:solidFill>
              </a:defRPr>
            </a:lvl4pPr>
            <a:lvl5pPr algn="l">
              <a:defRPr sz="1500" b="1" i="0">
                <a:solidFill>
                  <a:srgbClr val="C53C0A"/>
                </a:solidFill>
              </a:defRPr>
            </a:lvl5pPr>
            <a:lvl6pPr algn="l">
              <a:defRPr sz="1500" b="1" i="0">
                <a:solidFill>
                  <a:srgbClr val="C53C0A"/>
                </a:solidFill>
              </a:defRPr>
            </a:lvl6pPr>
            <a:lvl7pPr algn="l">
              <a:defRPr sz="1500" b="1" i="0">
                <a:solidFill>
                  <a:srgbClr val="C53C0A"/>
                </a:solidFill>
              </a:defRPr>
            </a:lvl7pPr>
            <a:lvl8pPr algn="l">
              <a:defRPr sz="1500" b="1" i="0">
                <a:solidFill>
                  <a:srgbClr val="C53C0A"/>
                </a:solidFill>
              </a:defRPr>
            </a:lvl8pPr>
            <a:lvl9pPr algn="l">
              <a:defRPr sz="1500" b="1" i="0">
                <a:solidFill>
                  <a:srgbClr val="C53C0A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C53C0A"/>
                </a:solidFill>
              </a:defRPr>
            </a:pPr>
            <a:r>
              <a:rPr sz="1500" b="1" i="0">
                <a:solidFill>
                  <a:srgbClr val="C53C0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2308A-2E16-43DC-B8DF-652C9E32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146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6130F"/>
                </a:solidFill>
              </a:defRPr>
            </a:defPPr>
            <a:lvl1pPr algn="l">
              <a:defRPr sz="1800" b="1" i="0">
                <a:solidFill>
                  <a:srgbClr val="16130F"/>
                </a:solidFill>
              </a:defRPr>
            </a:lvl1pPr>
            <a:lvl2pPr algn="l">
              <a:defRPr sz="1800" b="1" i="0">
                <a:solidFill>
                  <a:srgbClr val="16130F"/>
                </a:solidFill>
              </a:defRPr>
            </a:lvl2pPr>
            <a:lvl3pPr algn="l">
              <a:defRPr sz="1800" b="1" i="0">
                <a:solidFill>
                  <a:srgbClr val="16130F"/>
                </a:solidFill>
              </a:defRPr>
            </a:lvl3pPr>
            <a:lvl4pPr algn="l">
              <a:defRPr sz="1800" b="1" i="0">
                <a:solidFill>
                  <a:srgbClr val="16130F"/>
                </a:solidFill>
              </a:defRPr>
            </a:lvl4pPr>
            <a:lvl5pPr algn="l">
              <a:defRPr sz="1800" b="1" i="0">
                <a:solidFill>
                  <a:srgbClr val="16130F"/>
                </a:solidFill>
              </a:defRPr>
            </a:lvl5pPr>
            <a:lvl6pPr algn="l">
              <a:defRPr sz="1800" b="1" i="0">
                <a:solidFill>
                  <a:srgbClr val="16130F"/>
                </a:solidFill>
              </a:defRPr>
            </a:lvl6pPr>
            <a:lvl7pPr algn="l">
              <a:defRPr sz="1800" b="1" i="0">
                <a:solidFill>
                  <a:srgbClr val="16130F"/>
                </a:solidFill>
              </a:defRPr>
            </a:lvl7pPr>
            <a:lvl8pPr algn="l">
              <a:defRPr sz="1800" b="1" i="0">
                <a:solidFill>
                  <a:srgbClr val="16130F"/>
                </a:solidFill>
              </a:defRPr>
            </a:lvl8pPr>
            <a:lvl9pPr algn="l">
              <a:defRPr sz="180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6130F"/>
                </a:solidFill>
              </a:defRPr>
            </a:pPr>
            <a:r>
              <a:rPr sz="1800" b="1" i="0">
                <a:solidFill>
                  <a:srgbClr val="16130F"/>
                </a:solidFill>
              </a:rPr>
              <a:t>ENTREGA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FA373-E3EE-4213-9B2A-DC02D051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29000"/>
            <a:ext cx="1847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7514A"/>
                </a:solidFill>
              </a:defRPr>
            </a:defPPr>
            <a:lvl1pPr algn="l">
              <a:defRPr sz="1275" b="0" i="0">
                <a:solidFill>
                  <a:srgbClr val="57514A"/>
                </a:solidFill>
              </a:defRPr>
            </a:lvl1pPr>
            <a:lvl2pPr algn="l">
              <a:defRPr sz="1275" b="0" i="0">
                <a:solidFill>
                  <a:srgbClr val="57514A"/>
                </a:solidFill>
              </a:defRPr>
            </a:lvl2pPr>
            <a:lvl3pPr algn="l">
              <a:defRPr sz="1275" b="0" i="0">
                <a:solidFill>
                  <a:srgbClr val="57514A"/>
                </a:solidFill>
              </a:defRPr>
            </a:lvl3pPr>
            <a:lvl4pPr algn="l">
              <a:defRPr sz="1275" b="0" i="0">
                <a:solidFill>
                  <a:srgbClr val="57514A"/>
                </a:solidFill>
              </a:defRPr>
            </a:lvl4pPr>
            <a:lvl5pPr algn="l">
              <a:defRPr sz="1275" b="0" i="0">
                <a:solidFill>
                  <a:srgbClr val="57514A"/>
                </a:solidFill>
              </a:defRPr>
            </a:lvl5pPr>
            <a:lvl6pPr algn="l">
              <a:defRPr sz="1275" b="0" i="0">
                <a:solidFill>
                  <a:srgbClr val="57514A"/>
                </a:solidFill>
              </a:defRPr>
            </a:lvl6pPr>
            <a:lvl7pPr algn="l">
              <a:defRPr sz="1275" b="0" i="0">
                <a:solidFill>
                  <a:srgbClr val="57514A"/>
                </a:solidFill>
              </a:defRPr>
            </a:lvl7pPr>
            <a:lvl8pPr algn="l">
              <a:defRPr sz="1275" b="0" i="0">
                <a:solidFill>
                  <a:srgbClr val="57514A"/>
                </a:solidFill>
              </a:defRPr>
            </a:lvl8pPr>
            <a:lvl9pPr algn="l">
              <a:defRPr sz="127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El agente verifica la constancia y entrega el efectivo.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03AFB-CB8F-4A61-AAD2-87775484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190750" cy="266700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E4EDE6"/>
          </a:solidFill>
          <a:ln xmlns:a="http://schemas.openxmlformats.org/drawingml/2006/main" w="19050">
            <a:solidFill>
              <a:srgbClr val="1A7A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056853-0F4A-4311-859A-BF0F3651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A7A54"/>
                </a:solidFill>
              </a:defRPr>
            </a:defPPr>
            <a:lvl1pPr algn="l">
              <a:defRPr sz="1500" b="1" i="0">
                <a:solidFill>
                  <a:srgbClr val="1A7A54"/>
                </a:solidFill>
              </a:defRPr>
            </a:lvl1pPr>
            <a:lvl2pPr algn="l">
              <a:defRPr sz="1500" b="1" i="0">
                <a:solidFill>
                  <a:srgbClr val="1A7A54"/>
                </a:solidFill>
              </a:defRPr>
            </a:lvl2pPr>
            <a:lvl3pPr algn="l">
              <a:defRPr sz="1500" b="1" i="0">
                <a:solidFill>
                  <a:srgbClr val="1A7A54"/>
                </a:solidFill>
              </a:defRPr>
            </a:lvl3pPr>
            <a:lvl4pPr algn="l">
              <a:defRPr sz="1500" b="1" i="0">
                <a:solidFill>
                  <a:srgbClr val="1A7A54"/>
                </a:solidFill>
              </a:defRPr>
            </a:lvl4pPr>
            <a:lvl5pPr algn="l">
              <a:defRPr sz="1500" b="1" i="0">
                <a:solidFill>
                  <a:srgbClr val="1A7A54"/>
                </a:solidFill>
              </a:defRPr>
            </a:lvl5pPr>
            <a:lvl6pPr algn="l">
              <a:defRPr sz="1500" b="1" i="0">
                <a:solidFill>
                  <a:srgbClr val="1A7A54"/>
                </a:solidFill>
              </a:defRPr>
            </a:lvl6pPr>
            <a:lvl7pPr algn="l">
              <a:defRPr sz="1500" b="1" i="0">
                <a:solidFill>
                  <a:srgbClr val="1A7A54"/>
                </a:solidFill>
              </a:defRPr>
            </a:lvl7pPr>
            <a:lvl8pPr algn="l">
              <a:defRPr sz="1500" b="1" i="0">
                <a:solidFill>
                  <a:srgbClr val="1A7A54"/>
                </a:solidFill>
              </a:defRPr>
            </a:lvl8pPr>
            <a:lvl9pPr algn="l">
              <a:defRPr sz="1500" b="1" i="0">
                <a:solidFill>
                  <a:srgbClr val="1A7A54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A7A54"/>
                </a:solidFill>
              </a:defRPr>
            </a:pPr>
            <a:r>
              <a:rPr sz="1500" b="1" i="0">
                <a:solidFill>
                  <a:srgbClr val="1A7A54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1EA9C-4945-4C7D-A3D7-8F415AC1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146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6130F"/>
                </a:solidFill>
              </a:defRPr>
            </a:defPPr>
            <a:lvl1pPr algn="l">
              <a:defRPr sz="1800" b="1" i="0">
                <a:solidFill>
                  <a:srgbClr val="16130F"/>
                </a:solidFill>
              </a:defRPr>
            </a:lvl1pPr>
            <a:lvl2pPr algn="l">
              <a:defRPr sz="1800" b="1" i="0">
                <a:solidFill>
                  <a:srgbClr val="16130F"/>
                </a:solidFill>
              </a:defRPr>
            </a:lvl2pPr>
            <a:lvl3pPr algn="l">
              <a:defRPr sz="1800" b="1" i="0">
                <a:solidFill>
                  <a:srgbClr val="16130F"/>
                </a:solidFill>
              </a:defRPr>
            </a:lvl3pPr>
            <a:lvl4pPr algn="l">
              <a:defRPr sz="1800" b="1" i="0">
                <a:solidFill>
                  <a:srgbClr val="16130F"/>
                </a:solidFill>
              </a:defRPr>
            </a:lvl4pPr>
            <a:lvl5pPr algn="l">
              <a:defRPr sz="1800" b="1" i="0">
                <a:solidFill>
                  <a:srgbClr val="16130F"/>
                </a:solidFill>
              </a:defRPr>
            </a:lvl5pPr>
            <a:lvl6pPr algn="l">
              <a:defRPr sz="1800" b="1" i="0">
                <a:solidFill>
                  <a:srgbClr val="16130F"/>
                </a:solidFill>
              </a:defRPr>
            </a:lvl6pPr>
            <a:lvl7pPr algn="l">
              <a:defRPr sz="1800" b="1" i="0">
                <a:solidFill>
                  <a:srgbClr val="16130F"/>
                </a:solidFill>
              </a:defRPr>
            </a:lvl7pPr>
            <a:lvl8pPr algn="l">
              <a:defRPr sz="1800" b="1" i="0">
                <a:solidFill>
                  <a:srgbClr val="16130F"/>
                </a:solidFill>
              </a:defRPr>
            </a:lvl8pPr>
            <a:lvl9pPr algn="l">
              <a:defRPr sz="180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6130F"/>
                </a:solidFill>
              </a:defRPr>
            </a:pPr>
            <a:r>
              <a:rPr sz="1800" b="1" i="0">
                <a:solidFill>
                  <a:srgbClr val="16130F"/>
                </a:solidFill>
              </a:rPr>
              <a:t>RELEASE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49E31-40F9-42D8-9BA0-8ABFCA18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1847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7514A"/>
                </a:solidFill>
              </a:defRPr>
            </a:defPPr>
            <a:lvl1pPr algn="l">
              <a:defRPr sz="1275" b="0" i="0">
                <a:solidFill>
                  <a:srgbClr val="57514A"/>
                </a:solidFill>
              </a:defRPr>
            </a:lvl1pPr>
            <a:lvl2pPr algn="l">
              <a:defRPr sz="1275" b="0" i="0">
                <a:solidFill>
                  <a:srgbClr val="57514A"/>
                </a:solidFill>
              </a:defRPr>
            </a:lvl2pPr>
            <a:lvl3pPr algn="l">
              <a:defRPr sz="1275" b="0" i="0">
                <a:solidFill>
                  <a:srgbClr val="57514A"/>
                </a:solidFill>
              </a:defRPr>
            </a:lvl3pPr>
            <a:lvl4pPr algn="l">
              <a:defRPr sz="1275" b="0" i="0">
                <a:solidFill>
                  <a:srgbClr val="57514A"/>
                </a:solidFill>
              </a:defRPr>
            </a:lvl4pPr>
            <a:lvl5pPr algn="l">
              <a:defRPr sz="1275" b="0" i="0">
                <a:solidFill>
                  <a:srgbClr val="57514A"/>
                </a:solidFill>
              </a:defRPr>
            </a:lvl5pPr>
            <a:lvl6pPr algn="l">
              <a:defRPr sz="1275" b="0" i="0">
                <a:solidFill>
                  <a:srgbClr val="57514A"/>
                </a:solidFill>
              </a:defRPr>
            </a:lvl6pPr>
            <a:lvl7pPr algn="l">
              <a:defRPr sz="1275" b="0" i="0">
                <a:solidFill>
                  <a:srgbClr val="57514A"/>
                </a:solidFill>
              </a:defRPr>
            </a:lvl7pPr>
            <a:lvl8pPr algn="l">
              <a:defRPr sz="1275" b="0" i="0">
                <a:solidFill>
                  <a:srgbClr val="57514A"/>
                </a:solidFill>
              </a:defRPr>
            </a:lvl8pPr>
            <a:lvl9pPr algn="l">
              <a:defRPr sz="127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El buyer firma y presenta el secreto. El contrato paga.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AEE791-0714-4D4A-A988-B7A34AA4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90600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241F19"/>
          </a:solidFill>
          <a:ln xmlns:a="http://schemas.openxmlformats.org/drawingml/2006/main" w="0">
            <a:solidFill>
              <a:srgbClr val="241F1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B567C4-2B27-488D-9B6B-5E1963EA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864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4FB98A"/>
                </a:solidFill>
              </a:defRPr>
            </a:defPPr>
            <a:lvl1pPr algn="l">
              <a:defRPr sz="1200" b="1" i="0">
                <a:solidFill>
                  <a:srgbClr val="4FB98A"/>
                </a:solidFill>
              </a:defRPr>
            </a:lvl1pPr>
            <a:lvl2pPr algn="l">
              <a:defRPr sz="1200" b="1" i="0">
                <a:solidFill>
                  <a:srgbClr val="4FB98A"/>
                </a:solidFill>
              </a:defRPr>
            </a:lvl2pPr>
            <a:lvl3pPr algn="l">
              <a:defRPr sz="1200" b="1" i="0">
                <a:solidFill>
                  <a:srgbClr val="4FB98A"/>
                </a:solidFill>
              </a:defRPr>
            </a:lvl3pPr>
            <a:lvl4pPr algn="l">
              <a:defRPr sz="1200" b="1" i="0">
                <a:solidFill>
                  <a:srgbClr val="4FB98A"/>
                </a:solidFill>
              </a:defRPr>
            </a:lvl4pPr>
            <a:lvl5pPr algn="l">
              <a:defRPr sz="1200" b="1" i="0">
                <a:solidFill>
                  <a:srgbClr val="4FB98A"/>
                </a:solidFill>
              </a:defRPr>
            </a:lvl5pPr>
            <a:lvl6pPr algn="l">
              <a:defRPr sz="1200" b="1" i="0">
                <a:solidFill>
                  <a:srgbClr val="4FB98A"/>
                </a:solidFill>
              </a:defRPr>
            </a:lvl6pPr>
            <a:lvl7pPr algn="l">
              <a:defRPr sz="1200" b="1" i="0">
                <a:solidFill>
                  <a:srgbClr val="4FB98A"/>
                </a:solidFill>
              </a:defRPr>
            </a:lvl7pPr>
            <a:lvl8pPr algn="l">
              <a:defRPr sz="1200" b="1" i="0">
                <a:solidFill>
                  <a:srgbClr val="4FB98A"/>
                </a:solidFill>
              </a:defRPr>
            </a:lvl8pPr>
            <a:lvl9pPr algn="l">
              <a:defRPr sz="1200" b="1" i="0">
                <a:solidFill>
                  <a:srgbClr val="4FB98A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4FB98A"/>
                </a:solidFill>
              </a:defRPr>
            </a:pPr>
            <a:r>
              <a:rPr sz="1200" b="1" i="0">
                <a:solidFill>
                  <a:srgbClr val="4FB98A"/>
                </a:solidFill>
              </a:rPr>
              <a:t>Resultado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8101C3-25EE-4AF7-B425-2D59DE33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864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8"/>
                </a:solidFill>
              </a:defRPr>
            </a:defPPr>
            <a:lvl1pPr algn="l">
              <a:defRPr sz="1350" b="0" i="0">
                <a:solidFill>
                  <a:srgbClr val="FFFDF8"/>
                </a:solidFill>
              </a:defRPr>
            </a:lvl1pPr>
            <a:lvl2pPr algn="l">
              <a:defRPr sz="1350" b="0" i="0">
                <a:solidFill>
                  <a:srgbClr val="FFFDF8"/>
                </a:solidFill>
              </a:defRPr>
            </a:lvl2pPr>
            <a:lvl3pPr algn="l">
              <a:defRPr sz="1350" b="0" i="0">
                <a:solidFill>
                  <a:srgbClr val="FFFDF8"/>
                </a:solidFill>
              </a:defRPr>
            </a:lvl3pPr>
            <a:lvl4pPr algn="l">
              <a:defRPr sz="1350" b="0" i="0">
                <a:solidFill>
                  <a:srgbClr val="FFFDF8"/>
                </a:solidFill>
              </a:defRPr>
            </a:lvl4pPr>
            <a:lvl5pPr algn="l">
              <a:defRPr sz="1350" b="0" i="0">
                <a:solidFill>
                  <a:srgbClr val="FFFDF8"/>
                </a:solidFill>
              </a:defRPr>
            </a:lvl5pPr>
            <a:lvl6pPr algn="l">
              <a:defRPr sz="1350" b="0" i="0">
                <a:solidFill>
                  <a:srgbClr val="FFFDF8"/>
                </a:solidFill>
              </a:defRPr>
            </a:lvl6pPr>
            <a:lvl7pPr algn="l">
              <a:defRPr sz="1350" b="0" i="0">
                <a:solidFill>
                  <a:srgbClr val="FFFDF8"/>
                </a:solidFill>
              </a:defRPr>
            </a:lvl7pPr>
            <a:lvl8pPr algn="l">
              <a:defRPr sz="1350" b="0" i="0">
                <a:solidFill>
                  <a:srgbClr val="FFFDF8"/>
                </a:solidFill>
              </a:defRPr>
            </a:lvl8pPr>
            <a:lvl9pPr algn="l">
              <a:defRPr sz="1350" b="0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FFFDF8"/>
                </a:solidFill>
              </a:defRPr>
            </a:pPr>
            <a:r>
              <a:rPr sz="1350" b="0" i="0">
                <a:solidFill>
                  <a:srgbClr val="FFFDF8"/>
                </a:solidFill>
              </a:rPr>
              <a:t>buyer recibe el monto · plataforma recibe la comisión · trade queda Released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DD195F-B99B-4074-915F-F81F77C5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524500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A33"/>
          </a:solidFill>
          <a:ln xmlns:a="http://schemas.openxmlformats.org/drawingml/2006/main" w="9525">
            <a:solidFill>
              <a:srgbClr val="0F4A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3AECC5-CEC2-4CA0-A1B2-739EAF81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5530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FFFDF8"/>
                </a:solidFill>
              </a:defRPr>
            </a:defPPr>
            <a:lvl1pPr algn="ctr">
              <a:defRPr sz="900" b="1" i="0">
                <a:solidFill>
                  <a:srgbClr val="FFFDF8"/>
                </a:solidFill>
              </a:defRPr>
            </a:lvl1pPr>
            <a:lvl2pPr algn="ctr">
              <a:defRPr sz="900" b="1" i="0">
                <a:solidFill>
                  <a:srgbClr val="FFFDF8"/>
                </a:solidFill>
              </a:defRPr>
            </a:lvl2pPr>
            <a:lvl3pPr algn="ctr">
              <a:defRPr sz="900" b="1" i="0">
                <a:solidFill>
                  <a:srgbClr val="FFFDF8"/>
                </a:solidFill>
              </a:defRPr>
            </a:lvl3pPr>
            <a:lvl4pPr algn="ctr">
              <a:defRPr sz="900" b="1" i="0">
                <a:solidFill>
                  <a:srgbClr val="FFFDF8"/>
                </a:solidFill>
              </a:defRPr>
            </a:lvl4pPr>
            <a:lvl5pPr algn="ctr">
              <a:defRPr sz="900" b="1" i="0">
                <a:solidFill>
                  <a:srgbClr val="FFFDF8"/>
                </a:solidFill>
              </a:defRPr>
            </a:lvl5pPr>
            <a:lvl6pPr algn="ctr">
              <a:defRPr sz="900" b="1" i="0">
                <a:solidFill>
                  <a:srgbClr val="FFFDF8"/>
                </a:solidFill>
              </a:defRPr>
            </a:lvl6pPr>
            <a:lvl7pPr algn="ctr">
              <a:defRPr sz="900" b="1" i="0">
                <a:solidFill>
                  <a:srgbClr val="FFFDF8"/>
                </a:solidFill>
              </a:defRPr>
            </a:lvl7pPr>
            <a:lvl8pPr algn="ctr">
              <a:defRPr sz="900" b="1" i="0">
                <a:solidFill>
                  <a:srgbClr val="FFFDF8"/>
                </a:solidFill>
              </a:defRPr>
            </a:lvl8pPr>
            <a:lvl9pPr algn="ctr">
              <a:defRPr sz="9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FFFDF8"/>
                </a:solidFill>
              </a:defRPr>
            </a:pPr>
            <a:r>
              <a:rPr sz="900" b="1" i="0">
                <a:solidFill>
                  <a:srgbClr val="FFFDF8"/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187757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8116DD-B2F3-460B-AC0B-4C2544AD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 i="0">
                <a:solidFill>
                  <a:srgbClr val="0F4A33"/>
                </a:solidFill>
              </a:defRPr>
            </a:defPPr>
            <a:lvl1pPr algn="l">
              <a:defRPr sz="825" b="1" i="0">
                <a:solidFill>
                  <a:srgbClr val="0F4A33"/>
                </a:solidFill>
              </a:defRPr>
            </a:lvl1pPr>
            <a:lvl2pPr algn="l">
              <a:defRPr sz="825" b="1" i="0">
                <a:solidFill>
                  <a:srgbClr val="0F4A33"/>
                </a:solidFill>
              </a:defRPr>
            </a:lvl2pPr>
            <a:lvl3pPr algn="l">
              <a:defRPr sz="825" b="1" i="0">
                <a:solidFill>
                  <a:srgbClr val="0F4A33"/>
                </a:solidFill>
              </a:defRPr>
            </a:lvl3pPr>
            <a:lvl4pPr algn="l">
              <a:defRPr sz="825" b="1" i="0">
                <a:solidFill>
                  <a:srgbClr val="0F4A33"/>
                </a:solidFill>
              </a:defRPr>
            </a:lvl4pPr>
            <a:lvl5pPr algn="l">
              <a:defRPr sz="825" b="1" i="0">
                <a:solidFill>
                  <a:srgbClr val="0F4A33"/>
                </a:solidFill>
              </a:defRPr>
            </a:lvl5pPr>
            <a:lvl6pPr algn="l">
              <a:defRPr sz="825" b="1" i="0">
                <a:solidFill>
                  <a:srgbClr val="0F4A33"/>
                </a:solidFill>
              </a:defRPr>
            </a:lvl6pPr>
            <a:lvl7pPr algn="l">
              <a:defRPr sz="825" b="1" i="0">
                <a:solidFill>
                  <a:srgbClr val="0F4A33"/>
                </a:solidFill>
              </a:defRPr>
            </a:lvl7pPr>
            <a:lvl8pPr algn="l">
              <a:defRPr sz="825" b="1" i="0">
                <a:solidFill>
                  <a:srgbClr val="0F4A33"/>
                </a:solidFill>
              </a:defRPr>
            </a:lvl8pPr>
            <a:lvl9pPr algn="l">
              <a:defRPr sz="825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0F4A33"/>
                </a:solidFill>
              </a:defRPr>
            </a:pPr>
            <a:r>
              <a:rPr sz="825" b="1" i="0">
                <a:solidFill>
                  <a:srgbClr val="0F4A33"/>
                </a:solidFill>
              </a:rPr>
              <a:t>MICOPAY · ESCROW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0D13C-2EE0-43A3-A27F-AF3FC897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 i="0">
                <a:solidFill>
                  <a:srgbClr val="857D71"/>
                </a:solidFill>
              </a:defRPr>
            </a:defPPr>
            <a:lvl1pPr algn="r">
              <a:defRPr sz="825" b="1" i="0">
                <a:solidFill>
                  <a:srgbClr val="857D71"/>
                </a:solidFill>
              </a:defRPr>
            </a:lvl1pPr>
            <a:lvl2pPr algn="r">
              <a:defRPr sz="825" b="1" i="0">
                <a:solidFill>
                  <a:srgbClr val="857D71"/>
                </a:solidFill>
              </a:defRPr>
            </a:lvl2pPr>
            <a:lvl3pPr algn="r">
              <a:defRPr sz="825" b="1" i="0">
                <a:solidFill>
                  <a:srgbClr val="857D71"/>
                </a:solidFill>
              </a:defRPr>
            </a:lvl3pPr>
            <a:lvl4pPr algn="r">
              <a:defRPr sz="825" b="1" i="0">
                <a:solidFill>
                  <a:srgbClr val="857D71"/>
                </a:solidFill>
              </a:defRPr>
            </a:lvl4pPr>
            <a:lvl5pPr algn="r">
              <a:defRPr sz="825" b="1" i="0">
                <a:solidFill>
                  <a:srgbClr val="857D71"/>
                </a:solidFill>
              </a:defRPr>
            </a:lvl5pPr>
            <a:lvl6pPr algn="r">
              <a:defRPr sz="825" b="1" i="0">
                <a:solidFill>
                  <a:srgbClr val="857D71"/>
                </a:solidFill>
              </a:defRPr>
            </a:lvl6pPr>
            <a:lvl7pPr algn="r">
              <a:defRPr sz="825" b="1" i="0">
                <a:solidFill>
                  <a:srgbClr val="857D71"/>
                </a:solidFill>
              </a:defRPr>
            </a:lvl7pPr>
            <a:lvl8pPr algn="r">
              <a:defRPr sz="825" b="1" i="0">
                <a:solidFill>
                  <a:srgbClr val="857D71"/>
                </a:solidFill>
              </a:defRPr>
            </a:lvl8pPr>
            <a:lvl9pPr algn="r">
              <a:defRPr sz="825" b="1" i="0">
                <a:solidFill>
                  <a:srgbClr val="857D71"/>
                </a:solidFill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857D71"/>
                </a:solidFill>
              </a:defRPr>
            </a:pPr>
            <a:r>
              <a:rPr sz="825" b="1" i="0">
                <a:solidFill>
                  <a:srgbClr val="857D71"/>
                </a:solidFill>
              </a:rPr>
              <a:t>CANCELACIÓN Y RECUPERACIÓN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52512-91BF-4BB7-8D3A-4D3B17D7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D5C4"/>
          </a:solidFill>
          <a:ln xmlns:a="http://schemas.openxmlformats.org/drawingml/2006/main" w="0">
            <a:solidFill>
              <a:srgbClr val="DDD5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BE421-967F-4D95-A672-D4355C4A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 i="0">
                <a:solidFill>
                  <a:srgbClr val="857D71"/>
                </a:solidFill>
              </a:defRPr>
            </a:defPPr>
            <a:lvl1pPr algn="r">
              <a:defRPr sz="750" b="0" i="0">
                <a:solidFill>
                  <a:srgbClr val="857D71"/>
                </a:solidFill>
              </a:defRPr>
            </a:lvl1pPr>
            <a:lvl2pPr algn="r">
              <a:defRPr sz="750" b="0" i="0">
                <a:solidFill>
                  <a:srgbClr val="857D71"/>
                </a:solidFill>
              </a:defRPr>
            </a:lvl2pPr>
            <a:lvl3pPr algn="r">
              <a:defRPr sz="750" b="0" i="0">
                <a:solidFill>
                  <a:srgbClr val="857D71"/>
                </a:solidFill>
              </a:defRPr>
            </a:lvl3pPr>
            <a:lvl4pPr algn="r">
              <a:defRPr sz="750" b="0" i="0">
                <a:solidFill>
                  <a:srgbClr val="857D71"/>
                </a:solidFill>
              </a:defRPr>
            </a:lvl4pPr>
            <a:lvl5pPr algn="r">
              <a:defRPr sz="750" b="0" i="0">
                <a:solidFill>
                  <a:srgbClr val="857D71"/>
                </a:solidFill>
              </a:defRPr>
            </a:lvl5pPr>
            <a:lvl6pPr algn="r">
              <a:defRPr sz="750" b="0" i="0">
                <a:solidFill>
                  <a:srgbClr val="857D71"/>
                </a:solidFill>
              </a:defRPr>
            </a:lvl6pPr>
            <a:lvl7pPr algn="r">
              <a:defRPr sz="750" b="0" i="0">
                <a:solidFill>
                  <a:srgbClr val="857D71"/>
                </a:solidFill>
              </a:defRPr>
            </a:lvl7pPr>
            <a:lvl8pPr algn="r">
              <a:defRPr sz="750" b="0" i="0">
                <a:solidFill>
                  <a:srgbClr val="857D71"/>
                </a:solidFill>
              </a:defRPr>
            </a:lvl8pPr>
            <a:lvl9pPr algn="r">
              <a:defRPr sz="750" b="0" i="0">
                <a:solidFill>
                  <a:srgbClr val="857D71"/>
                </a:solidFill>
              </a:defRPr>
            </a:lvl9pPr>
          </a:lstStyle>
          <a:p xmlns:a="http://schemas.openxmlformats.org/drawingml/2006/main">
            <a:pPr algn="r">
              <a:defRPr sz="750" b="0" i="0">
                <a:solidFill>
                  <a:srgbClr val="857D71"/>
                </a:solidFill>
              </a:defRPr>
            </a:pPr>
            <a:r>
              <a:rPr sz="750" b="0" i="0">
                <a:solidFill>
                  <a:srgbClr val="857D71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79529-C7C5-4C7A-9002-7AF352EC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 i="0">
                <a:solidFill>
                  <a:srgbClr val="16130F"/>
                </a:solidFill>
              </a:defRPr>
            </a:defPPr>
            <a:lvl1pPr algn="l">
              <a:defRPr sz="2550" b="1" i="0">
                <a:solidFill>
                  <a:srgbClr val="16130F"/>
                </a:solidFill>
              </a:defRPr>
            </a:lvl1pPr>
            <a:lvl2pPr algn="l">
              <a:defRPr sz="2550" b="1" i="0">
                <a:solidFill>
                  <a:srgbClr val="16130F"/>
                </a:solidFill>
              </a:defRPr>
            </a:lvl2pPr>
            <a:lvl3pPr algn="l">
              <a:defRPr sz="2550" b="1" i="0">
                <a:solidFill>
                  <a:srgbClr val="16130F"/>
                </a:solidFill>
              </a:defRPr>
            </a:lvl3pPr>
            <a:lvl4pPr algn="l">
              <a:defRPr sz="2550" b="1" i="0">
                <a:solidFill>
                  <a:srgbClr val="16130F"/>
                </a:solidFill>
              </a:defRPr>
            </a:lvl4pPr>
            <a:lvl5pPr algn="l">
              <a:defRPr sz="2550" b="1" i="0">
                <a:solidFill>
                  <a:srgbClr val="16130F"/>
                </a:solidFill>
              </a:defRPr>
            </a:lvl5pPr>
            <a:lvl6pPr algn="l">
              <a:defRPr sz="2550" b="1" i="0">
                <a:solidFill>
                  <a:srgbClr val="16130F"/>
                </a:solidFill>
              </a:defRPr>
            </a:lvl6pPr>
            <a:lvl7pPr algn="l">
              <a:defRPr sz="2550" b="1" i="0">
                <a:solidFill>
                  <a:srgbClr val="16130F"/>
                </a:solidFill>
              </a:defRPr>
            </a:lvl7pPr>
            <a:lvl8pPr algn="l">
              <a:defRPr sz="2550" b="1" i="0">
                <a:solidFill>
                  <a:srgbClr val="16130F"/>
                </a:solidFill>
              </a:defRPr>
            </a:lvl8pPr>
            <a:lvl9pPr algn="l">
              <a:defRPr sz="255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6130F"/>
                </a:solidFill>
              </a:defRPr>
            </a:pPr>
            <a:r>
              <a:rPr sz="2550" b="1" i="0">
                <a:solidFill>
                  <a:srgbClr val="16130F"/>
                </a:solidFill>
              </a:rPr>
              <a:t>Cancelar no siempre significa devolver fondos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21480-374B-45C7-AAF0-7570A555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57514A"/>
                </a:solidFill>
              </a:defRPr>
            </a:defPPr>
            <a:lvl1pPr algn="l">
              <a:defRPr sz="1350" b="0" i="0">
                <a:solidFill>
                  <a:srgbClr val="57514A"/>
                </a:solidFill>
              </a:defRPr>
            </a:lvl1pPr>
            <a:lvl2pPr algn="l">
              <a:defRPr sz="1350" b="0" i="0">
                <a:solidFill>
                  <a:srgbClr val="57514A"/>
                </a:solidFill>
              </a:defRPr>
            </a:lvl2pPr>
            <a:lvl3pPr algn="l">
              <a:defRPr sz="1350" b="0" i="0">
                <a:solidFill>
                  <a:srgbClr val="57514A"/>
                </a:solidFill>
              </a:defRPr>
            </a:lvl3pPr>
            <a:lvl4pPr algn="l">
              <a:defRPr sz="1350" b="0" i="0">
                <a:solidFill>
                  <a:srgbClr val="57514A"/>
                </a:solidFill>
              </a:defRPr>
            </a:lvl4pPr>
            <a:lvl5pPr algn="l">
              <a:defRPr sz="1350" b="0" i="0">
                <a:solidFill>
                  <a:srgbClr val="57514A"/>
                </a:solidFill>
              </a:defRPr>
            </a:lvl5pPr>
            <a:lvl6pPr algn="l">
              <a:defRPr sz="1350" b="0" i="0">
                <a:solidFill>
                  <a:srgbClr val="57514A"/>
                </a:solidFill>
              </a:defRPr>
            </a:lvl6pPr>
            <a:lvl7pPr algn="l">
              <a:defRPr sz="1350" b="0" i="0">
                <a:solidFill>
                  <a:srgbClr val="57514A"/>
                </a:solidFill>
              </a:defRPr>
            </a:lvl7pPr>
            <a:lvl8pPr algn="l">
              <a:defRPr sz="1350" b="0" i="0">
                <a:solidFill>
                  <a:srgbClr val="57514A"/>
                </a:solidFill>
              </a:defRPr>
            </a:lvl8pPr>
            <a:lvl9pPr algn="l">
              <a:defRPr sz="1350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7514A"/>
                </a:solidFill>
              </a:defRPr>
            </a:pPr>
            <a:r>
              <a:rPr sz="1350" b="0" i="0">
                <a:solidFill>
                  <a:srgbClr val="57514A"/>
                </a:solidFill>
              </a:rPr>
              <a:t>La acción correcta depende de si el activo ya entró al contrato y de si el agente coopera.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D9CEA-FE07-4536-BF4E-10AE6942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43150" cy="2933700"/>
          </a:xfrm>
          <a:prstGeom xmlns:a="http://schemas.openxmlformats.org/drawingml/2006/main" prst="roundRect">
            <a:avLst>
              <a:gd name="adj" fmla="val 81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857D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21DEF-5A74-4563-AEF4-75C962C1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57D71"/>
          </a:solidFill>
          <a:ln xmlns:a="http://schemas.openxmlformats.org/drawingml/2006/main" w="9525">
            <a:solidFill>
              <a:srgbClr val="857D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6611E-A180-4F81-8398-3C9F36B9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FFFDF8"/>
                </a:solidFill>
              </a:defRPr>
            </a:defPPr>
            <a:lvl1pPr algn="ctr">
              <a:defRPr sz="900" b="1" i="0">
                <a:solidFill>
                  <a:srgbClr val="FFFDF8"/>
                </a:solidFill>
              </a:defRPr>
            </a:lvl1pPr>
            <a:lvl2pPr algn="ctr">
              <a:defRPr sz="900" b="1" i="0">
                <a:solidFill>
                  <a:srgbClr val="FFFDF8"/>
                </a:solidFill>
              </a:defRPr>
            </a:lvl2pPr>
            <a:lvl3pPr algn="ctr">
              <a:defRPr sz="900" b="1" i="0">
                <a:solidFill>
                  <a:srgbClr val="FFFDF8"/>
                </a:solidFill>
              </a:defRPr>
            </a:lvl3pPr>
            <a:lvl4pPr algn="ctr">
              <a:defRPr sz="900" b="1" i="0">
                <a:solidFill>
                  <a:srgbClr val="FFFDF8"/>
                </a:solidFill>
              </a:defRPr>
            </a:lvl4pPr>
            <a:lvl5pPr algn="ctr">
              <a:defRPr sz="900" b="1" i="0">
                <a:solidFill>
                  <a:srgbClr val="FFFDF8"/>
                </a:solidFill>
              </a:defRPr>
            </a:lvl5pPr>
            <a:lvl6pPr algn="ctr">
              <a:defRPr sz="900" b="1" i="0">
                <a:solidFill>
                  <a:srgbClr val="FFFDF8"/>
                </a:solidFill>
              </a:defRPr>
            </a:lvl6pPr>
            <a:lvl7pPr algn="ctr">
              <a:defRPr sz="900" b="1" i="0">
                <a:solidFill>
                  <a:srgbClr val="FFFDF8"/>
                </a:solidFill>
              </a:defRPr>
            </a:lvl7pPr>
            <a:lvl8pPr algn="ctr">
              <a:defRPr sz="900" b="1" i="0">
                <a:solidFill>
                  <a:srgbClr val="FFFDF8"/>
                </a:solidFill>
              </a:defRPr>
            </a:lvl8pPr>
            <a:lvl9pPr algn="ctr">
              <a:defRPr sz="9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FFFDF8"/>
                </a:solidFill>
              </a:defRPr>
            </a:pPr>
            <a:r>
              <a:rPr sz="900" b="1" i="0">
                <a:solidFill>
                  <a:srgbClr val="FFFDF8"/>
                </a:solidFill>
              </a:rPr>
              <a:t>ANTES DE 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8060D-1B2F-4C1C-BC25-BB7E8A87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6130F"/>
                </a:solidFill>
              </a:defRPr>
            </a:defPPr>
            <a:lvl1pPr algn="l">
              <a:defRPr sz="1650" b="1" i="0">
                <a:solidFill>
                  <a:srgbClr val="16130F"/>
                </a:solidFill>
              </a:defRPr>
            </a:lvl1pPr>
            <a:lvl2pPr algn="l">
              <a:defRPr sz="1650" b="1" i="0">
                <a:solidFill>
                  <a:srgbClr val="16130F"/>
                </a:solidFill>
              </a:defRPr>
            </a:lvl2pPr>
            <a:lvl3pPr algn="l">
              <a:defRPr sz="1650" b="1" i="0">
                <a:solidFill>
                  <a:srgbClr val="16130F"/>
                </a:solidFill>
              </a:defRPr>
            </a:lvl3pPr>
            <a:lvl4pPr algn="l">
              <a:defRPr sz="1650" b="1" i="0">
                <a:solidFill>
                  <a:srgbClr val="16130F"/>
                </a:solidFill>
              </a:defRPr>
            </a:lvl4pPr>
            <a:lvl5pPr algn="l">
              <a:defRPr sz="1650" b="1" i="0">
                <a:solidFill>
                  <a:srgbClr val="16130F"/>
                </a:solidFill>
              </a:defRPr>
            </a:lvl5pPr>
            <a:lvl6pPr algn="l">
              <a:defRPr sz="1650" b="1" i="0">
                <a:solidFill>
                  <a:srgbClr val="16130F"/>
                </a:solidFill>
              </a:defRPr>
            </a:lvl6pPr>
            <a:lvl7pPr algn="l">
              <a:defRPr sz="1650" b="1" i="0">
                <a:solidFill>
                  <a:srgbClr val="16130F"/>
                </a:solidFill>
              </a:defRPr>
            </a:lvl7pPr>
            <a:lvl8pPr algn="l">
              <a:defRPr sz="1650" b="1" i="0">
                <a:solidFill>
                  <a:srgbClr val="16130F"/>
                </a:solidFill>
              </a:defRPr>
            </a:lvl8pPr>
            <a:lvl9pPr algn="l">
              <a:defRPr sz="165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6130F"/>
                </a:solidFill>
              </a:defRPr>
            </a:pPr>
            <a:r>
              <a:rPr sz="1650" b="1" i="0">
                <a:solidFill>
                  <a:srgbClr val="16130F"/>
                </a:solidFill>
              </a:rPr>
              <a:t>Cancelar en 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92C1E-C875-425B-B5D8-26F8A8F6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7514A"/>
                </a:solidFill>
              </a:defRPr>
            </a:defPPr>
            <a:lvl1pPr algn="l">
              <a:defRPr sz="1275" b="0" i="0">
                <a:solidFill>
                  <a:srgbClr val="57514A"/>
                </a:solidFill>
              </a:defRPr>
            </a:lvl1pPr>
            <a:lvl2pPr algn="l">
              <a:defRPr sz="1275" b="0" i="0">
                <a:solidFill>
                  <a:srgbClr val="57514A"/>
                </a:solidFill>
              </a:defRPr>
            </a:lvl2pPr>
            <a:lvl3pPr algn="l">
              <a:defRPr sz="1275" b="0" i="0">
                <a:solidFill>
                  <a:srgbClr val="57514A"/>
                </a:solidFill>
              </a:defRPr>
            </a:lvl3pPr>
            <a:lvl4pPr algn="l">
              <a:defRPr sz="1275" b="0" i="0">
                <a:solidFill>
                  <a:srgbClr val="57514A"/>
                </a:solidFill>
              </a:defRPr>
            </a:lvl4pPr>
            <a:lvl5pPr algn="l">
              <a:defRPr sz="1275" b="0" i="0">
                <a:solidFill>
                  <a:srgbClr val="57514A"/>
                </a:solidFill>
              </a:defRPr>
            </a:lvl5pPr>
            <a:lvl6pPr algn="l">
              <a:defRPr sz="1275" b="0" i="0">
                <a:solidFill>
                  <a:srgbClr val="57514A"/>
                </a:solidFill>
              </a:defRPr>
            </a:lvl6pPr>
            <a:lvl7pPr algn="l">
              <a:defRPr sz="1275" b="0" i="0">
                <a:solidFill>
                  <a:srgbClr val="57514A"/>
                </a:solidFill>
              </a:defRPr>
            </a:lvl7pPr>
            <a:lvl8pPr algn="l">
              <a:defRPr sz="1275" b="0" i="0">
                <a:solidFill>
                  <a:srgbClr val="57514A"/>
                </a:solidFill>
              </a:defRPr>
            </a:lvl8pPr>
            <a:lvl9pPr algn="l">
              <a:defRPr sz="127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No hay fondos en cadena.</a:t>
            </a:r>
          </a:p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Solo se libera la reserva.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D112A-BB7D-43A3-928F-78048469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343150" cy="2933700"/>
          </a:xfrm>
          <a:prstGeom xmlns:a="http://schemas.openxmlformats.org/drawingml/2006/main" prst="roundRect">
            <a:avLst>
              <a:gd name="adj" fmla="val 813"/>
            </a:avLst>
          </a:prstGeom>
          <a:solidFill xmlns:a="http://schemas.openxmlformats.org/drawingml/2006/main">
            <a:srgbClr val="FBE8DD"/>
          </a:solidFill>
          <a:ln xmlns:a="http://schemas.openxmlformats.org/drawingml/2006/main" w="19050">
            <a:solidFill>
              <a:srgbClr val="C53C0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D58E1-012E-42BC-9681-E34594B3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6220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C0A"/>
          </a:solidFill>
          <a:ln xmlns:a="http://schemas.openxmlformats.org/drawingml/2006/main" w="9525">
            <a:solidFill>
              <a:srgbClr val="C53C0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27307-15CE-411E-BDF6-9E04509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907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FFFDF8"/>
                </a:solidFill>
              </a:defRPr>
            </a:defPPr>
            <a:lvl1pPr algn="ctr">
              <a:defRPr sz="900" b="1" i="0">
                <a:solidFill>
                  <a:srgbClr val="FFFDF8"/>
                </a:solidFill>
              </a:defRPr>
            </a:lvl1pPr>
            <a:lvl2pPr algn="ctr">
              <a:defRPr sz="900" b="1" i="0">
                <a:solidFill>
                  <a:srgbClr val="FFFDF8"/>
                </a:solidFill>
              </a:defRPr>
            </a:lvl2pPr>
            <a:lvl3pPr algn="ctr">
              <a:defRPr sz="900" b="1" i="0">
                <a:solidFill>
                  <a:srgbClr val="FFFDF8"/>
                </a:solidFill>
              </a:defRPr>
            </a:lvl3pPr>
            <a:lvl4pPr algn="ctr">
              <a:defRPr sz="900" b="1" i="0">
                <a:solidFill>
                  <a:srgbClr val="FFFDF8"/>
                </a:solidFill>
              </a:defRPr>
            </a:lvl4pPr>
            <a:lvl5pPr algn="ctr">
              <a:defRPr sz="900" b="1" i="0">
                <a:solidFill>
                  <a:srgbClr val="FFFDF8"/>
                </a:solidFill>
              </a:defRPr>
            </a:lvl5pPr>
            <a:lvl6pPr algn="ctr">
              <a:defRPr sz="900" b="1" i="0">
                <a:solidFill>
                  <a:srgbClr val="FFFDF8"/>
                </a:solidFill>
              </a:defRPr>
            </a:lvl6pPr>
            <a:lvl7pPr algn="ctr">
              <a:defRPr sz="900" b="1" i="0">
                <a:solidFill>
                  <a:srgbClr val="FFFDF8"/>
                </a:solidFill>
              </a:defRPr>
            </a:lvl7pPr>
            <a:lvl8pPr algn="ctr">
              <a:defRPr sz="900" b="1" i="0">
                <a:solidFill>
                  <a:srgbClr val="FFFDF8"/>
                </a:solidFill>
              </a:defRPr>
            </a:lvl8pPr>
            <a:lvl9pPr algn="ctr">
              <a:defRPr sz="9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FFFDF8"/>
                </a:solidFill>
              </a:defRPr>
            </a:pPr>
            <a:r>
              <a:rPr sz="900" b="1" i="0">
                <a:solidFill>
                  <a:srgbClr val="FFFDF8"/>
                </a:solidFill>
              </a:rPr>
              <a:t>LOCKED · SIN EFECTIVO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92780-001B-408E-A9E6-81992F5B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6130F"/>
                </a:solidFill>
              </a:defRPr>
            </a:defPPr>
            <a:lvl1pPr algn="l">
              <a:defRPr sz="1650" b="1" i="0">
                <a:solidFill>
                  <a:srgbClr val="16130F"/>
                </a:solidFill>
              </a:defRPr>
            </a:lvl1pPr>
            <a:lvl2pPr algn="l">
              <a:defRPr sz="1650" b="1" i="0">
                <a:solidFill>
                  <a:srgbClr val="16130F"/>
                </a:solidFill>
              </a:defRPr>
            </a:lvl2pPr>
            <a:lvl3pPr algn="l">
              <a:defRPr sz="1650" b="1" i="0">
                <a:solidFill>
                  <a:srgbClr val="16130F"/>
                </a:solidFill>
              </a:defRPr>
            </a:lvl3pPr>
            <a:lvl4pPr algn="l">
              <a:defRPr sz="1650" b="1" i="0">
                <a:solidFill>
                  <a:srgbClr val="16130F"/>
                </a:solidFill>
              </a:defRPr>
            </a:lvl4pPr>
            <a:lvl5pPr algn="l">
              <a:defRPr sz="1650" b="1" i="0">
                <a:solidFill>
                  <a:srgbClr val="16130F"/>
                </a:solidFill>
              </a:defRPr>
            </a:lvl5pPr>
            <a:lvl6pPr algn="l">
              <a:defRPr sz="1650" b="1" i="0">
                <a:solidFill>
                  <a:srgbClr val="16130F"/>
                </a:solidFill>
              </a:defRPr>
            </a:lvl6pPr>
            <a:lvl7pPr algn="l">
              <a:defRPr sz="1650" b="1" i="0">
                <a:solidFill>
                  <a:srgbClr val="16130F"/>
                </a:solidFill>
              </a:defRPr>
            </a:lvl7pPr>
            <a:lvl8pPr algn="l">
              <a:defRPr sz="1650" b="1" i="0">
                <a:solidFill>
                  <a:srgbClr val="16130F"/>
                </a:solidFill>
              </a:defRPr>
            </a:lvl8pPr>
            <a:lvl9pPr algn="l">
              <a:defRPr sz="165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6130F"/>
                </a:solidFill>
              </a:defRPr>
            </a:pPr>
            <a:r>
              <a:rPr sz="1650" b="1" i="0">
                <a:solidFill>
                  <a:srgbClr val="16130F"/>
                </a:solidFill>
              </a:rPr>
              <a:t>decline inmediato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AA7DF-C633-4298-B5F0-E44C2BC2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766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7514A"/>
                </a:solidFill>
              </a:defRPr>
            </a:defPPr>
            <a:lvl1pPr algn="l">
              <a:defRPr sz="1275" b="0" i="0">
                <a:solidFill>
                  <a:srgbClr val="57514A"/>
                </a:solidFill>
              </a:defRPr>
            </a:lvl1pPr>
            <a:lvl2pPr algn="l">
              <a:defRPr sz="1275" b="0" i="0">
                <a:solidFill>
                  <a:srgbClr val="57514A"/>
                </a:solidFill>
              </a:defRPr>
            </a:lvl2pPr>
            <a:lvl3pPr algn="l">
              <a:defRPr sz="1275" b="0" i="0">
                <a:solidFill>
                  <a:srgbClr val="57514A"/>
                </a:solidFill>
              </a:defRPr>
            </a:lvl3pPr>
            <a:lvl4pPr algn="l">
              <a:defRPr sz="1275" b="0" i="0">
                <a:solidFill>
                  <a:srgbClr val="57514A"/>
                </a:solidFill>
              </a:defRPr>
            </a:lvl4pPr>
            <a:lvl5pPr algn="l">
              <a:defRPr sz="1275" b="0" i="0">
                <a:solidFill>
                  <a:srgbClr val="57514A"/>
                </a:solidFill>
              </a:defRPr>
            </a:lvl5pPr>
            <a:lvl6pPr algn="l">
              <a:defRPr sz="1275" b="0" i="0">
                <a:solidFill>
                  <a:srgbClr val="57514A"/>
                </a:solidFill>
              </a:defRPr>
            </a:lvl6pPr>
            <a:lvl7pPr algn="l">
              <a:defRPr sz="1275" b="0" i="0">
                <a:solidFill>
                  <a:srgbClr val="57514A"/>
                </a:solidFill>
              </a:defRPr>
            </a:lvl7pPr>
            <a:lvl8pPr algn="l">
              <a:defRPr sz="1275" b="0" i="0">
                <a:solidFill>
                  <a:srgbClr val="57514A"/>
                </a:solidFill>
              </a:defRPr>
            </a:lvl8pPr>
            <a:lvl9pPr algn="l">
              <a:defRPr sz="127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El buyer firma.</a:t>
            </a:r>
          </a:p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El seller recupera monto + comisión.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9AB17-F61A-46F5-8A3D-6A38315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2343150" cy="2933700"/>
          </a:xfrm>
          <a:prstGeom xmlns:a="http://schemas.openxmlformats.org/drawingml/2006/main" prst="roundRect">
            <a:avLst>
              <a:gd name="adj" fmla="val 813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19050">
            <a:solidFill>
              <a:srgbClr val="8A641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41A21-586A-449C-82B6-6B5046D4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6417"/>
          </a:solidFill>
          <a:ln xmlns:a="http://schemas.openxmlformats.org/drawingml/2006/main" w="9525">
            <a:solidFill>
              <a:srgbClr val="8A641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8F705-2EB8-4743-939C-2F770F17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907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FFFDF8"/>
                </a:solidFill>
              </a:defRPr>
            </a:defPPr>
            <a:lvl1pPr algn="ctr">
              <a:defRPr sz="900" b="1" i="0">
                <a:solidFill>
                  <a:srgbClr val="FFFDF8"/>
                </a:solidFill>
              </a:defRPr>
            </a:lvl1pPr>
            <a:lvl2pPr algn="ctr">
              <a:defRPr sz="900" b="1" i="0">
                <a:solidFill>
                  <a:srgbClr val="FFFDF8"/>
                </a:solidFill>
              </a:defRPr>
            </a:lvl2pPr>
            <a:lvl3pPr algn="ctr">
              <a:defRPr sz="900" b="1" i="0">
                <a:solidFill>
                  <a:srgbClr val="FFFDF8"/>
                </a:solidFill>
              </a:defRPr>
            </a:lvl3pPr>
            <a:lvl4pPr algn="ctr">
              <a:defRPr sz="900" b="1" i="0">
                <a:solidFill>
                  <a:srgbClr val="FFFDF8"/>
                </a:solidFill>
              </a:defRPr>
            </a:lvl4pPr>
            <a:lvl5pPr algn="ctr">
              <a:defRPr sz="900" b="1" i="0">
                <a:solidFill>
                  <a:srgbClr val="FFFDF8"/>
                </a:solidFill>
              </a:defRPr>
            </a:lvl5pPr>
            <a:lvl6pPr algn="ctr">
              <a:defRPr sz="900" b="1" i="0">
                <a:solidFill>
                  <a:srgbClr val="FFFDF8"/>
                </a:solidFill>
              </a:defRPr>
            </a:lvl6pPr>
            <a:lvl7pPr algn="ctr">
              <a:defRPr sz="900" b="1" i="0">
                <a:solidFill>
                  <a:srgbClr val="FFFDF8"/>
                </a:solidFill>
              </a:defRPr>
            </a:lvl7pPr>
            <a:lvl8pPr algn="ctr">
              <a:defRPr sz="900" b="1" i="0">
                <a:solidFill>
                  <a:srgbClr val="FFFDF8"/>
                </a:solidFill>
              </a:defRPr>
            </a:lvl8pPr>
            <a:lvl9pPr algn="ctr">
              <a:defRPr sz="9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FFFDF8"/>
                </a:solidFill>
              </a:defRPr>
            </a:pPr>
            <a:r>
              <a:rPr sz="900" b="1" i="0">
                <a:solidFill>
                  <a:srgbClr val="FFFDF8"/>
                </a:solidFill>
              </a:rPr>
              <a:t>SIN COOPERACIÓN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C205B-B8C3-4C97-B20A-F23FDC6E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6130F"/>
                </a:solidFill>
              </a:defRPr>
            </a:defPPr>
            <a:lvl1pPr algn="l">
              <a:defRPr sz="1650" b="1" i="0">
                <a:solidFill>
                  <a:srgbClr val="16130F"/>
                </a:solidFill>
              </a:defRPr>
            </a:lvl1pPr>
            <a:lvl2pPr algn="l">
              <a:defRPr sz="1650" b="1" i="0">
                <a:solidFill>
                  <a:srgbClr val="16130F"/>
                </a:solidFill>
              </a:defRPr>
            </a:lvl2pPr>
            <a:lvl3pPr algn="l">
              <a:defRPr sz="1650" b="1" i="0">
                <a:solidFill>
                  <a:srgbClr val="16130F"/>
                </a:solidFill>
              </a:defRPr>
            </a:lvl3pPr>
            <a:lvl4pPr algn="l">
              <a:defRPr sz="1650" b="1" i="0">
                <a:solidFill>
                  <a:srgbClr val="16130F"/>
                </a:solidFill>
              </a:defRPr>
            </a:lvl4pPr>
            <a:lvl5pPr algn="l">
              <a:defRPr sz="1650" b="1" i="0">
                <a:solidFill>
                  <a:srgbClr val="16130F"/>
                </a:solidFill>
              </a:defRPr>
            </a:lvl5pPr>
            <a:lvl6pPr algn="l">
              <a:defRPr sz="1650" b="1" i="0">
                <a:solidFill>
                  <a:srgbClr val="16130F"/>
                </a:solidFill>
              </a:defRPr>
            </a:lvl6pPr>
            <a:lvl7pPr algn="l">
              <a:defRPr sz="1650" b="1" i="0">
                <a:solidFill>
                  <a:srgbClr val="16130F"/>
                </a:solidFill>
              </a:defRPr>
            </a:lvl7pPr>
            <a:lvl8pPr algn="l">
              <a:defRPr sz="1650" b="1" i="0">
                <a:solidFill>
                  <a:srgbClr val="16130F"/>
                </a:solidFill>
              </a:defRPr>
            </a:lvl8pPr>
            <a:lvl9pPr algn="l">
              <a:defRPr sz="165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6130F"/>
                </a:solidFill>
              </a:defRPr>
            </a:pPr>
            <a:r>
              <a:rPr sz="1650" b="1" i="0">
                <a:solidFill>
                  <a:srgbClr val="16130F"/>
                </a:solidFill>
              </a:rPr>
              <a:t>refund tras 120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FC6A8A-3667-4145-B7A9-413F7D63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766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7514A"/>
                </a:solidFill>
              </a:defRPr>
            </a:defPPr>
            <a:lvl1pPr algn="l">
              <a:defRPr sz="1275" b="0" i="0">
                <a:solidFill>
                  <a:srgbClr val="57514A"/>
                </a:solidFill>
              </a:defRPr>
            </a:lvl1pPr>
            <a:lvl2pPr algn="l">
              <a:defRPr sz="1275" b="0" i="0">
                <a:solidFill>
                  <a:srgbClr val="57514A"/>
                </a:solidFill>
              </a:defRPr>
            </a:lvl2pPr>
            <a:lvl3pPr algn="l">
              <a:defRPr sz="1275" b="0" i="0">
                <a:solidFill>
                  <a:srgbClr val="57514A"/>
                </a:solidFill>
              </a:defRPr>
            </a:lvl3pPr>
            <a:lvl4pPr algn="l">
              <a:defRPr sz="1275" b="0" i="0">
                <a:solidFill>
                  <a:srgbClr val="57514A"/>
                </a:solidFill>
              </a:defRPr>
            </a:lvl4pPr>
            <a:lvl5pPr algn="l">
              <a:defRPr sz="1275" b="0" i="0">
                <a:solidFill>
                  <a:srgbClr val="57514A"/>
                </a:solidFill>
              </a:defRPr>
            </a:lvl5pPr>
            <a:lvl6pPr algn="l">
              <a:defRPr sz="1275" b="0" i="0">
                <a:solidFill>
                  <a:srgbClr val="57514A"/>
                </a:solidFill>
              </a:defRPr>
            </a:lvl6pPr>
            <a:lvl7pPr algn="l">
              <a:defRPr sz="1275" b="0" i="0">
                <a:solidFill>
                  <a:srgbClr val="57514A"/>
                </a:solidFill>
              </a:defRPr>
            </a:lvl7pPr>
            <a:lvl8pPr algn="l">
              <a:defRPr sz="1275" b="0" i="0">
                <a:solidFill>
                  <a:srgbClr val="57514A"/>
                </a:solidFill>
              </a:defRPr>
            </a:lvl8pPr>
            <a:lvl9pPr algn="l">
              <a:defRPr sz="127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Cualquiera puede llamarlo.</a:t>
            </a:r>
          </a:p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El backend lo intenta automáticamente.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61268-8DF9-4E30-AAD5-3CCEB84D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90750"/>
            <a:ext cx="2343150" cy="2933700"/>
          </a:xfrm>
          <a:prstGeom xmlns:a="http://schemas.openxmlformats.org/drawingml/2006/main" prst="roundRect">
            <a:avLst>
              <a:gd name="adj" fmla="val 81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9050">
            <a:solidFill>
              <a:srgbClr val="C039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06D782-CA5C-4E03-BC15-34ED580B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6220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C039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CC0AA-000D-4839-9F29-647F3893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907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FFFDF8"/>
                </a:solidFill>
              </a:defRPr>
            </a:defPPr>
            <a:lvl1pPr algn="ctr">
              <a:defRPr sz="900" b="1" i="0">
                <a:solidFill>
                  <a:srgbClr val="FFFDF8"/>
                </a:solidFill>
              </a:defRPr>
            </a:lvl1pPr>
            <a:lvl2pPr algn="ctr">
              <a:defRPr sz="900" b="1" i="0">
                <a:solidFill>
                  <a:srgbClr val="FFFDF8"/>
                </a:solidFill>
              </a:defRPr>
            </a:lvl2pPr>
            <a:lvl3pPr algn="ctr">
              <a:defRPr sz="900" b="1" i="0">
                <a:solidFill>
                  <a:srgbClr val="FFFDF8"/>
                </a:solidFill>
              </a:defRPr>
            </a:lvl3pPr>
            <a:lvl4pPr algn="ctr">
              <a:defRPr sz="900" b="1" i="0">
                <a:solidFill>
                  <a:srgbClr val="FFFDF8"/>
                </a:solidFill>
              </a:defRPr>
            </a:lvl4pPr>
            <a:lvl5pPr algn="ctr">
              <a:defRPr sz="900" b="1" i="0">
                <a:solidFill>
                  <a:srgbClr val="FFFDF8"/>
                </a:solidFill>
              </a:defRPr>
            </a:lvl5pPr>
            <a:lvl6pPr algn="ctr">
              <a:defRPr sz="900" b="1" i="0">
                <a:solidFill>
                  <a:srgbClr val="FFFDF8"/>
                </a:solidFill>
              </a:defRPr>
            </a:lvl6pPr>
            <a:lvl7pPr algn="ctr">
              <a:defRPr sz="900" b="1" i="0">
                <a:solidFill>
                  <a:srgbClr val="FFFDF8"/>
                </a:solidFill>
              </a:defRPr>
            </a:lvl7pPr>
            <a:lvl8pPr algn="ctr">
              <a:defRPr sz="900" b="1" i="0">
                <a:solidFill>
                  <a:srgbClr val="FFFDF8"/>
                </a:solidFill>
              </a:defRPr>
            </a:lvl8pPr>
            <a:lvl9pPr algn="ctr">
              <a:defRPr sz="9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FFFDF8"/>
                </a:solidFill>
              </a:defRPr>
            </a:pPr>
            <a:r>
              <a:rPr sz="900" b="1" i="0">
                <a:solidFill>
                  <a:srgbClr val="FFFDF8"/>
                </a:solidFill>
              </a:rPr>
              <a:t>DESPUÉS DE RELEASE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6D0A02-2EC7-49DC-9778-CE250EE6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6130F"/>
                </a:solidFill>
              </a:defRPr>
            </a:defPPr>
            <a:lvl1pPr algn="l">
              <a:defRPr sz="1650" b="1" i="0">
                <a:solidFill>
                  <a:srgbClr val="16130F"/>
                </a:solidFill>
              </a:defRPr>
            </a:lvl1pPr>
            <a:lvl2pPr algn="l">
              <a:defRPr sz="1650" b="1" i="0">
                <a:solidFill>
                  <a:srgbClr val="16130F"/>
                </a:solidFill>
              </a:defRPr>
            </a:lvl2pPr>
            <a:lvl3pPr algn="l">
              <a:defRPr sz="1650" b="1" i="0">
                <a:solidFill>
                  <a:srgbClr val="16130F"/>
                </a:solidFill>
              </a:defRPr>
            </a:lvl3pPr>
            <a:lvl4pPr algn="l">
              <a:defRPr sz="1650" b="1" i="0">
                <a:solidFill>
                  <a:srgbClr val="16130F"/>
                </a:solidFill>
              </a:defRPr>
            </a:lvl4pPr>
            <a:lvl5pPr algn="l">
              <a:defRPr sz="1650" b="1" i="0">
                <a:solidFill>
                  <a:srgbClr val="16130F"/>
                </a:solidFill>
              </a:defRPr>
            </a:lvl5pPr>
            <a:lvl6pPr algn="l">
              <a:defRPr sz="1650" b="1" i="0">
                <a:solidFill>
                  <a:srgbClr val="16130F"/>
                </a:solidFill>
              </a:defRPr>
            </a:lvl6pPr>
            <a:lvl7pPr algn="l">
              <a:defRPr sz="1650" b="1" i="0">
                <a:solidFill>
                  <a:srgbClr val="16130F"/>
                </a:solidFill>
              </a:defRPr>
            </a:lvl7pPr>
            <a:lvl8pPr algn="l">
              <a:defRPr sz="1650" b="1" i="0">
                <a:solidFill>
                  <a:srgbClr val="16130F"/>
                </a:solidFill>
              </a:defRPr>
            </a:lvl8pPr>
            <a:lvl9pPr algn="l">
              <a:defRPr sz="165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6130F"/>
                </a:solidFill>
              </a:defRPr>
            </a:pPr>
            <a:r>
              <a:rPr sz="1650" b="1" i="0">
                <a:solidFill>
                  <a:srgbClr val="16130F"/>
                </a:solidFill>
              </a:rPr>
              <a:t>Operación final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7EFB92-EA29-4A0D-AEF4-CB67F95F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766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7514A"/>
                </a:solidFill>
              </a:defRPr>
            </a:defPPr>
            <a:lvl1pPr algn="l">
              <a:defRPr sz="1275" b="0" i="0">
                <a:solidFill>
                  <a:srgbClr val="57514A"/>
                </a:solidFill>
              </a:defRPr>
            </a:lvl1pPr>
            <a:lvl2pPr algn="l">
              <a:defRPr sz="1275" b="0" i="0">
                <a:solidFill>
                  <a:srgbClr val="57514A"/>
                </a:solidFill>
              </a:defRPr>
            </a:lvl2pPr>
            <a:lvl3pPr algn="l">
              <a:defRPr sz="1275" b="0" i="0">
                <a:solidFill>
                  <a:srgbClr val="57514A"/>
                </a:solidFill>
              </a:defRPr>
            </a:lvl3pPr>
            <a:lvl4pPr algn="l">
              <a:defRPr sz="1275" b="0" i="0">
                <a:solidFill>
                  <a:srgbClr val="57514A"/>
                </a:solidFill>
              </a:defRPr>
            </a:lvl4pPr>
            <a:lvl5pPr algn="l">
              <a:defRPr sz="1275" b="0" i="0">
                <a:solidFill>
                  <a:srgbClr val="57514A"/>
                </a:solidFill>
              </a:defRPr>
            </a:lvl5pPr>
            <a:lvl6pPr algn="l">
              <a:defRPr sz="1275" b="0" i="0">
                <a:solidFill>
                  <a:srgbClr val="57514A"/>
                </a:solidFill>
              </a:defRPr>
            </a:lvl6pPr>
            <a:lvl7pPr algn="l">
              <a:defRPr sz="1275" b="0" i="0">
                <a:solidFill>
                  <a:srgbClr val="57514A"/>
                </a:solidFill>
              </a:defRPr>
            </a:lvl7pPr>
            <a:lvl8pPr algn="l">
              <a:defRPr sz="1275" b="0" i="0">
                <a:solidFill>
                  <a:srgbClr val="57514A"/>
                </a:solidFill>
              </a:defRPr>
            </a:lvl8pPr>
            <a:lvl9pPr algn="l">
              <a:defRPr sz="127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El contrato ya pagó.</a:t>
            </a:r>
          </a:p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No existe refund posterior.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901EC2-BF30-41DB-B78C-5F418454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16130F"/>
          </a:solidFill>
          <a:ln xmlns:a="http://schemas.openxmlformats.org/drawingml/2006/main" w="0">
            <a:solidFill>
              <a:srgbClr val="16130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8120CE-21D8-4A52-A3BE-025AC6E6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2631F"/>
                </a:solidFill>
              </a:defRPr>
            </a:defPPr>
            <a:lvl1pPr algn="l">
              <a:defRPr sz="1200" b="1" i="0">
                <a:solidFill>
                  <a:srgbClr val="F2631F"/>
                </a:solidFill>
              </a:defRPr>
            </a:lvl1pPr>
            <a:lvl2pPr algn="l">
              <a:defRPr sz="1200" b="1" i="0">
                <a:solidFill>
                  <a:srgbClr val="F2631F"/>
                </a:solidFill>
              </a:defRPr>
            </a:lvl2pPr>
            <a:lvl3pPr algn="l">
              <a:defRPr sz="1200" b="1" i="0">
                <a:solidFill>
                  <a:srgbClr val="F2631F"/>
                </a:solidFill>
              </a:defRPr>
            </a:lvl3pPr>
            <a:lvl4pPr algn="l">
              <a:defRPr sz="1200" b="1" i="0">
                <a:solidFill>
                  <a:srgbClr val="F2631F"/>
                </a:solidFill>
              </a:defRPr>
            </a:lvl4pPr>
            <a:lvl5pPr algn="l">
              <a:defRPr sz="1200" b="1" i="0">
                <a:solidFill>
                  <a:srgbClr val="F2631F"/>
                </a:solidFill>
              </a:defRPr>
            </a:lvl5pPr>
            <a:lvl6pPr algn="l">
              <a:defRPr sz="1200" b="1" i="0">
                <a:solidFill>
                  <a:srgbClr val="F2631F"/>
                </a:solidFill>
              </a:defRPr>
            </a:lvl6pPr>
            <a:lvl7pPr algn="l">
              <a:defRPr sz="1200" b="1" i="0">
                <a:solidFill>
                  <a:srgbClr val="F2631F"/>
                </a:solidFill>
              </a:defRPr>
            </a:lvl7pPr>
            <a:lvl8pPr algn="l">
              <a:defRPr sz="1200" b="1" i="0">
                <a:solidFill>
                  <a:srgbClr val="F2631F"/>
                </a:solidFill>
              </a:defRPr>
            </a:lvl8pPr>
            <a:lvl9pPr algn="l">
              <a:defRPr sz="1200" b="1" i="0">
                <a:solidFill>
                  <a:srgbClr val="F2631F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2631F"/>
                </a:solidFill>
              </a:defRPr>
            </a:pPr>
            <a:r>
              <a:rPr sz="1200" b="1" i="0">
                <a:solidFill>
                  <a:srgbClr val="F2631F"/>
                </a:solidFill>
              </a:rPr>
              <a:t>Importante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5590B8-2820-4534-A414-34C8B7AD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29275"/>
            <a:ext cx="919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FFDF8"/>
                </a:solidFill>
              </a:defRPr>
            </a:defPPr>
            <a:lvl1pPr algn="l">
              <a:defRPr sz="1275" b="0" i="0">
                <a:solidFill>
                  <a:srgbClr val="FFFDF8"/>
                </a:solidFill>
              </a:defRPr>
            </a:lvl1pPr>
            <a:lvl2pPr algn="l">
              <a:defRPr sz="1275" b="0" i="0">
                <a:solidFill>
                  <a:srgbClr val="FFFDF8"/>
                </a:solidFill>
              </a:defRPr>
            </a:lvl2pPr>
            <a:lvl3pPr algn="l">
              <a:defRPr sz="1275" b="0" i="0">
                <a:solidFill>
                  <a:srgbClr val="FFFDF8"/>
                </a:solidFill>
              </a:defRPr>
            </a:lvl3pPr>
            <a:lvl4pPr algn="l">
              <a:defRPr sz="1275" b="0" i="0">
                <a:solidFill>
                  <a:srgbClr val="FFFDF8"/>
                </a:solidFill>
              </a:defRPr>
            </a:lvl4pPr>
            <a:lvl5pPr algn="l">
              <a:defRPr sz="1275" b="0" i="0">
                <a:solidFill>
                  <a:srgbClr val="FFFDF8"/>
                </a:solidFill>
              </a:defRPr>
            </a:lvl5pPr>
            <a:lvl6pPr algn="l">
              <a:defRPr sz="1275" b="0" i="0">
                <a:solidFill>
                  <a:srgbClr val="FFFDF8"/>
                </a:solidFill>
              </a:defRPr>
            </a:lvl6pPr>
            <a:lvl7pPr algn="l">
              <a:defRPr sz="1275" b="0" i="0">
                <a:solidFill>
                  <a:srgbClr val="FFFDF8"/>
                </a:solidFill>
              </a:defRPr>
            </a:lvl7pPr>
            <a:lvl8pPr algn="l">
              <a:defRPr sz="1275" b="0" i="0">
                <a:solidFill>
                  <a:srgbClr val="FFFDF8"/>
                </a:solidFill>
              </a:defRPr>
            </a:lvl8pPr>
            <a:lvl9pPr algn="l">
              <a:defRPr sz="1275" b="0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DF8"/>
                </a:solidFill>
              </a:defRPr>
            </a:pPr>
            <a:r>
              <a:rPr sz="1275" b="0" i="0">
                <a:solidFill>
                  <a:srgbClr val="FFFDF8"/>
                </a:solidFill>
              </a:rPr>
              <a:t>Al cumplirse 120 minutos los fondos no regresan solos. Alguien debe enviar refund y esperar confirmación en cadena.</a:t>
            </a:r>
          </a:p>
        </p:txBody>
      </p:sp>
    </p:spTree>
    <p:extLst>
      <p:ext uri="{BB962C8B-B14F-4D97-AF65-F5344CB8AC3E}">
        <p14:creationId xmlns:p14="http://schemas.microsoft.com/office/powerpoint/2010/main" val="1889574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6ECAE1-B714-422C-AB94-1C0658B0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 i="0">
                <a:solidFill>
                  <a:srgbClr val="0F4A33"/>
                </a:solidFill>
              </a:defRPr>
            </a:defPPr>
            <a:lvl1pPr algn="l">
              <a:defRPr sz="825" b="1" i="0">
                <a:solidFill>
                  <a:srgbClr val="0F4A33"/>
                </a:solidFill>
              </a:defRPr>
            </a:lvl1pPr>
            <a:lvl2pPr algn="l">
              <a:defRPr sz="825" b="1" i="0">
                <a:solidFill>
                  <a:srgbClr val="0F4A33"/>
                </a:solidFill>
              </a:defRPr>
            </a:lvl2pPr>
            <a:lvl3pPr algn="l">
              <a:defRPr sz="825" b="1" i="0">
                <a:solidFill>
                  <a:srgbClr val="0F4A33"/>
                </a:solidFill>
              </a:defRPr>
            </a:lvl3pPr>
            <a:lvl4pPr algn="l">
              <a:defRPr sz="825" b="1" i="0">
                <a:solidFill>
                  <a:srgbClr val="0F4A33"/>
                </a:solidFill>
              </a:defRPr>
            </a:lvl4pPr>
            <a:lvl5pPr algn="l">
              <a:defRPr sz="825" b="1" i="0">
                <a:solidFill>
                  <a:srgbClr val="0F4A33"/>
                </a:solidFill>
              </a:defRPr>
            </a:lvl5pPr>
            <a:lvl6pPr algn="l">
              <a:defRPr sz="825" b="1" i="0">
                <a:solidFill>
                  <a:srgbClr val="0F4A33"/>
                </a:solidFill>
              </a:defRPr>
            </a:lvl6pPr>
            <a:lvl7pPr algn="l">
              <a:defRPr sz="825" b="1" i="0">
                <a:solidFill>
                  <a:srgbClr val="0F4A33"/>
                </a:solidFill>
              </a:defRPr>
            </a:lvl7pPr>
            <a:lvl8pPr algn="l">
              <a:defRPr sz="825" b="1" i="0">
                <a:solidFill>
                  <a:srgbClr val="0F4A33"/>
                </a:solidFill>
              </a:defRPr>
            </a:lvl8pPr>
            <a:lvl9pPr algn="l">
              <a:defRPr sz="825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0F4A33"/>
                </a:solidFill>
              </a:defRPr>
            </a:pPr>
            <a:r>
              <a:rPr sz="825" b="1" i="0">
                <a:solidFill>
                  <a:srgbClr val="0F4A33"/>
                </a:solidFill>
              </a:rPr>
              <a:t>MICOPAY · ESCROW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ABDAF-EF7C-48E6-80AB-674DE64F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 i="0">
                <a:solidFill>
                  <a:srgbClr val="857D71"/>
                </a:solidFill>
              </a:defRPr>
            </a:defPPr>
            <a:lvl1pPr algn="r">
              <a:defRPr sz="825" b="1" i="0">
                <a:solidFill>
                  <a:srgbClr val="857D71"/>
                </a:solidFill>
              </a:defRPr>
            </a:lvl1pPr>
            <a:lvl2pPr algn="r">
              <a:defRPr sz="825" b="1" i="0">
                <a:solidFill>
                  <a:srgbClr val="857D71"/>
                </a:solidFill>
              </a:defRPr>
            </a:lvl2pPr>
            <a:lvl3pPr algn="r">
              <a:defRPr sz="825" b="1" i="0">
                <a:solidFill>
                  <a:srgbClr val="857D71"/>
                </a:solidFill>
              </a:defRPr>
            </a:lvl3pPr>
            <a:lvl4pPr algn="r">
              <a:defRPr sz="825" b="1" i="0">
                <a:solidFill>
                  <a:srgbClr val="857D71"/>
                </a:solidFill>
              </a:defRPr>
            </a:lvl4pPr>
            <a:lvl5pPr algn="r">
              <a:defRPr sz="825" b="1" i="0">
                <a:solidFill>
                  <a:srgbClr val="857D71"/>
                </a:solidFill>
              </a:defRPr>
            </a:lvl5pPr>
            <a:lvl6pPr algn="r">
              <a:defRPr sz="825" b="1" i="0">
                <a:solidFill>
                  <a:srgbClr val="857D71"/>
                </a:solidFill>
              </a:defRPr>
            </a:lvl6pPr>
            <a:lvl7pPr algn="r">
              <a:defRPr sz="825" b="1" i="0">
                <a:solidFill>
                  <a:srgbClr val="857D71"/>
                </a:solidFill>
              </a:defRPr>
            </a:lvl7pPr>
            <a:lvl8pPr algn="r">
              <a:defRPr sz="825" b="1" i="0">
                <a:solidFill>
                  <a:srgbClr val="857D71"/>
                </a:solidFill>
              </a:defRPr>
            </a:lvl8pPr>
            <a:lvl9pPr algn="r">
              <a:defRPr sz="825" b="1" i="0">
                <a:solidFill>
                  <a:srgbClr val="857D71"/>
                </a:solidFill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857D71"/>
                </a:solidFill>
              </a:defRPr>
            </a:pPr>
            <a:r>
              <a:rPr sz="825" b="1" i="0">
                <a:solidFill>
                  <a:srgbClr val="857D71"/>
                </a:solidFill>
              </a:rPr>
              <a:t>RIESGOS CONOCIDOS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4D794-DC3A-4C6C-AFB0-1F3E7F9C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D5C4"/>
          </a:solidFill>
          <a:ln xmlns:a="http://schemas.openxmlformats.org/drawingml/2006/main" w="0">
            <a:solidFill>
              <a:srgbClr val="DDD5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94053-1243-4A1D-959F-7F774DE8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 i="0">
                <a:solidFill>
                  <a:srgbClr val="857D71"/>
                </a:solidFill>
              </a:defRPr>
            </a:defPPr>
            <a:lvl1pPr algn="r">
              <a:defRPr sz="750" b="0" i="0">
                <a:solidFill>
                  <a:srgbClr val="857D71"/>
                </a:solidFill>
              </a:defRPr>
            </a:lvl1pPr>
            <a:lvl2pPr algn="r">
              <a:defRPr sz="750" b="0" i="0">
                <a:solidFill>
                  <a:srgbClr val="857D71"/>
                </a:solidFill>
              </a:defRPr>
            </a:lvl2pPr>
            <a:lvl3pPr algn="r">
              <a:defRPr sz="750" b="0" i="0">
                <a:solidFill>
                  <a:srgbClr val="857D71"/>
                </a:solidFill>
              </a:defRPr>
            </a:lvl3pPr>
            <a:lvl4pPr algn="r">
              <a:defRPr sz="750" b="0" i="0">
                <a:solidFill>
                  <a:srgbClr val="857D71"/>
                </a:solidFill>
              </a:defRPr>
            </a:lvl4pPr>
            <a:lvl5pPr algn="r">
              <a:defRPr sz="750" b="0" i="0">
                <a:solidFill>
                  <a:srgbClr val="857D71"/>
                </a:solidFill>
              </a:defRPr>
            </a:lvl5pPr>
            <a:lvl6pPr algn="r">
              <a:defRPr sz="750" b="0" i="0">
                <a:solidFill>
                  <a:srgbClr val="857D71"/>
                </a:solidFill>
              </a:defRPr>
            </a:lvl6pPr>
            <a:lvl7pPr algn="r">
              <a:defRPr sz="750" b="0" i="0">
                <a:solidFill>
                  <a:srgbClr val="857D71"/>
                </a:solidFill>
              </a:defRPr>
            </a:lvl7pPr>
            <a:lvl8pPr algn="r">
              <a:defRPr sz="750" b="0" i="0">
                <a:solidFill>
                  <a:srgbClr val="857D71"/>
                </a:solidFill>
              </a:defRPr>
            </a:lvl8pPr>
            <a:lvl9pPr algn="r">
              <a:defRPr sz="750" b="0" i="0">
                <a:solidFill>
                  <a:srgbClr val="857D71"/>
                </a:solidFill>
              </a:defRPr>
            </a:lvl9pPr>
          </a:lstStyle>
          <a:p xmlns:a="http://schemas.openxmlformats.org/drawingml/2006/main">
            <a:pPr algn="r">
              <a:defRPr sz="750" b="0" i="0">
                <a:solidFill>
                  <a:srgbClr val="857D71"/>
                </a:solidFill>
              </a:defRPr>
            </a:pPr>
            <a:r>
              <a:rPr sz="750" b="0" i="0">
                <a:solidFill>
                  <a:srgbClr val="857D71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FEFBF-8522-42BA-86C2-05FF2BEA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 i="0">
                <a:solidFill>
                  <a:srgbClr val="16130F"/>
                </a:solidFill>
              </a:defRPr>
            </a:defPPr>
            <a:lvl1pPr algn="l">
              <a:defRPr sz="2325" b="1" i="0">
                <a:solidFill>
                  <a:srgbClr val="16130F"/>
                </a:solidFill>
              </a:defRPr>
            </a:lvl1pPr>
            <a:lvl2pPr algn="l">
              <a:defRPr sz="2325" b="1" i="0">
                <a:solidFill>
                  <a:srgbClr val="16130F"/>
                </a:solidFill>
              </a:defRPr>
            </a:lvl2pPr>
            <a:lvl3pPr algn="l">
              <a:defRPr sz="2325" b="1" i="0">
                <a:solidFill>
                  <a:srgbClr val="16130F"/>
                </a:solidFill>
              </a:defRPr>
            </a:lvl3pPr>
            <a:lvl4pPr algn="l">
              <a:defRPr sz="2325" b="1" i="0">
                <a:solidFill>
                  <a:srgbClr val="16130F"/>
                </a:solidFill>
              </a:defRPr>
            </a:lvl4pPr>
            <a:lvl5pPr algn="l">
              <a:defRPr sz="2325" b="1" i="0">
                <a:solidFill>
                  <a:srgbClr val="16130F"/>
                </a:solidFill>
              </a:defRPr>
            </a:lvl5pPr>
            <a:lvl6pPr algn="l">
              <a:defRPr sz="2325" b="1" i="0">
                <a:solidFill>
                  <a:srgbClr val="16130F"/>
                </a:solidFill>
              </a:defRPr>
            </a:lvl6pPr>
            <a:lvl7pPr algn="l">
              <a:defRPr sz="2325" b="1" i="0">
                <a:solidFill>
                  <a:srgbClr val="16130F"/>
                </a:solidFill>
              </a:defRPr>
            </a:lvl7pPr>
            <a:lvl8pPr algn="l">
              <a:defRPr sz="2325" b="1" i="0">
                <a:solidFill>
                  <a:srgbClr val="16130F"/>
                </a:solidFill>
              </a:defRPr>
            </a:lvl8pPr>
            <a:lvl9pPr algn="l">
              <a:defRPr sz="2325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6130F"/>
                </a:solidFill>
              </a:defRPr>
            </a:pPr>
            <a:r>
              <a:rPr sz="2325" b="1" i="0">
                <a:solidFill>
                  <a:srgbClr val="16130F"/>
                </a:solidFill>
              </a:rPr>
              <a:t>El riesgo principal está entre la app y el mundo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05BA0-D7C3-471D-A494-E2A342B9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7514A"/>
                </a:solidFill>
              </a:defRPr>
            </a:defPPr>
            <a:lvl1pPr algn="l">
              <a:defRPr sz="1275" b="0" i="0">
                <a:solidFill>
                  <a:srgbClr val="57514A"/>
                </a:solidFill>
              </a:defRPr>
            </a:lvl1pPr>
            <a:lvl2pPr algn="l">
              <a:defRPr sz="1275" b="0" i="0">
                <a:solidFill>
                  <a:srgbClr val="57514A"/>
                </a:solidFill>
              </a:defRPr>
            </a:lvl2pPr>
            <a:lvl3pPr algn="l">
              <a:defRPr sz="1275" b="0" i="0">
                <a:solidFill>
                  <a:srgbClr val="57514A"/>
                </a:solidFill>
              </a:defRPr>
            </a:lvl3pPr>
            <a:lvl4pPr algn="l">
              <a:defRPr sz="1275" b="0" i="0">
                <a:solidFill>
                  <a:srgbClr val="57514A"/>
                </a:solidFill>
              </a:defRPr>
            </a:lvl4pPr>
            <a:lvl5pPr algn="l">
              <a:defRPr sz="1275" b="0" i="0">
                <a:solidFill>
                  <a:srgbClr val="57514A"/>
                </a:solidFill>
              </a:defRPr>
            </a:lvl5pPr>
            <a:lvl6pPr algn="l">
              <a:defRPr sz="1275" b="0" i="0">
                <a:solidFill>
                  <a:srgbClr val="57514A"/>
                </a:solidFill>
              </a:defRPr>
            </a:lvl6pPr>
            <a:lvl7pPr algn="l">
              <a:defRPr sz="1275" b="0" i="0">
                <a:solidFill>
                  <a:srgbClr val="57514A"/>
                </a:solidFill>
              </a:defRPr>
            </a:lvl7pPr>
            <a:lvl8pPr algn="l">
              <a:defRPr sz="1275" b="0" i="0">
                <a:solidFill>
                  <a:srgbClr val="57514A"/>
                </a:solidFill>
              </a:defRPr>
            </a:lvl8pPr>
            <a:lvl9pPr algn="l">
              <a:defRPr sz="127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7514A"/>
                </a:solidFill>
              </a:defRPr>
            </a:pPr>
            <a:r>
              <a:rPr sz="1275" b="0" i="0">
                <a:solidFill>
                  <a:srgbClr val="57514A"/>
                </a:solidFill>
              </a:rPr>
              <a:t>La cadena protege fondos y firmas, pero no puede observar directamente una entrega de efectivo.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ECA9B-F2E8-4F7D-BFB2-235C6D87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857750" cy="1390650"/>
          </a:xfrm>
          <a:prstGeom xmlns:a="http://schemas.openxmlformats.org/drawingml/2006/main" prst="roundRect">
            <a:avLst>
              <a:gd name="adj" fmla="val 137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C039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52A2E-D44F-45F5-8A32-7BF689F3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 i="0">
                <a:solidFill>
                  <a:srgbClr val="C0392B"/>
                </a:solidFill>
              </a:defRPr>
            </a:defPPr>
            <a:lvl1pPr algn="l">
              <a:defRPr sz="1575" b="1" i="0">
                <a:solidFill>
                  <a:srgbClr val="C0392B"/>
                </a:solidFill>
              </a:defRPr>
            </a:lvl1pPr>
            <a:lvl2pPr algn="l">
              <a:defRPr sz="1575" b="1" i="0">
                <a:solidFill>
                  <a:srgbClr val="C0392B"/>
                </a:solidFill>
              </a:defRPr>
            </a:lvl2pPr>
            <a:lvl3pPr algn="l">
              <a:defRPr sz="1575" b="1" i="0">
                <a:solidFill>
                  <a:srgbClr val="C0392B"/>
                </a:solidFill>
              </a:defRPr>
            </a:lvl3pPr>
            <a:lvl4pPr algn="l">
              <a:defRPr sz="1575" b="1" i="0">
                <a:solidFill>
                  <a:srgbClr val="C0392B"/>
                </a:solidFill>
              </a:defRPr>
            </a:lvl4pPr>
            <a:lvl5pPr algn="l">
              <a:defRPr sz="1575" b="1" i="0">
                <a:solidFill>
                  <a:srgbClr val="C0392B"/>
                </a:solidFill>
              </a:defRPr>
            </a:lvl5pPr>
            <a:lvl6pPr algn="l">
              <a:defRPr sz="1575" b="1" i="0">
                <a:solidFill>
                  <a:srgbClr val="C0392B"/>
                </a:solidFill>
              </a:defRPr>
            </a:lvl6pPr>
            <a:lvl7pPr algn="l">
              <a:defRPr sz="1575" b="1" i="0">
                <a:solidFill>
                  <a:srgbClr val="C0392B"/>
                </a:solidFill>
              </a:defRPr>
            </a:lvl7pPr>
            <a:lvl8pPr algn="l">
              <a:defRPr sz="1575" b="1" i="0">
                <a:solidFill>
                  <a:srgbClr val="C0392B"/>
                </a:solidFill>
              </a:defRPr>
            </a:lvl8pPr>
            <a:lvl9pPr algn="l">
              <a:defRPr sz="1575" b="1" i="0">
                <a:solidFill>
                  <a:srgbClr val="C0392B"/>
                </a:solidFill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C0392B"/>
                </a:solidFill>
              </a:defRPr>
            </a:pPr>
            <a:r>
              <a:rPr sz="1575" b="1" i="0">
                <a:solidFill>
                  <a:srgbClr val="C0392B"/>
                </a:solidFill>
              </a:rPr>
              <a:t>RIESGO · PRUEBA DE EFECTIVO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43024-C4F6-49EF-B070-ABC7FFC3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4514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7514A"/>
                </a:solidFill>
              </a:defRPr>
            </a:defPPr>
            <a:lvl1pPr algn="l">
              <a:defRPr sz="1200" b="0" i="0">
                <a:solidFill>
                  <a:srgbClr val="57514A"/>
                </a:solidFill>
              </a:defRPr>
            </a:lvl1pPr>
            <a:lvl2pPr algn="l">
              <a:defRPr sz="1200" b="0" i="0">
                <a:solidFill>
                  <a:srgbClr val="57514A"/>
                </a:solidFill>
              </a:defRPr>
            </a:lvl2pPr>
            <a:lvl3pPr algn="l">
              <a:defRPr sz="1200" b="0" i="0">
                <a:solidFill>
                  <a:srgbClr val="57514A"/>
                </a:solidFill>
              </a:defRPr>
            </a:lvl3pPr>
            <a:lvl4pPr algn="l">
              <a:defRPr sz="1200" b="0" i="0">
                <a:solidFill>
                  <a:srgbClr val="57514A"/>
                </a:solidFill>
              </a:defRPr>
            </a:lvl4pPr>
            <a:lvl5pPr algn="l">
              <a:defRPr sz="1200" b="0" i="0">
                <a:solidFill>
                  <a:srgbClr val="57514A"/>
                </a:solidFill>
              </a:defRPr>
            </a:lvl5pPr>
            <a:lvl6pPr algn="l">
              <a:defRPr sz="1200" b="0" i="0">
                <a:solidFill>
                  <a:srgbClr val="57514A"/>
                </a:solidFill>
              </a:defRPr>
            </a:lvl6pPr>
            <a:lvl7pPr algn="l">
              <a:defRPr sz="1200" b="0" i="0">
                <a:solidFill>
                  <a:srgbClr val="57514A"/>
                </a:solidFill>
              </a:defRPr>
            </a:lvl7pPr>
            <a:lvl8pPr algn="l">
              <a:defRPr sz="1200" b="0" i="0">
                <a:solidFill>
                  <a:srgbClr val="57514A"/>
                </a:solidFill>
              </a:defRPr>
            </a:lvl8pPr>
            <a:lvl9pPr algn="l">
              <a:defRPr sz="1200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57514A"/>
                </a:solidFill>
              </a:defRPr>
            </a:pPr>
            <a:r>
              <a:rPr sz="1200" b="0" i="0">
                <a:solidFill>
                  <a:srgbClr val="57514A"/>
                </a:solidFill>
              </a:rPr>
              <a:t>Después de la constancia durable, la app y el backend dejan de ofrecer decline. Aun así, el buyer podría invocar el contrato directamente.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44047-7F16-4C27-849F-5DC8EF06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857750" cy="1390650"/>
          </a:xfrm>
          <a:prstGeom xmlns:a="http://schemas.openxmlformats.org/drawingml/2006/main" prst="roundRect">
            <a:avLst>
              <a:gd name="adj" fmla="val 1370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14288">
            <a:solidFill>
              <a:srgbClr val="8A641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EEFE9-A25C-41E6-8A41-C1E85DAE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 i="0">
                <a:solidFill>
                  <a:srgbClr val="8A6417"/>
                </a:solidFill>
              </a:defRPr>
            </a:defPPr>
            <a:lvl1pPr algn="l">
              <a:defRPr sz="1575" b="1" i="0">
                <a:solidFill>
                  <a:srgbClr val="8A6417"/>
                </a:solidFill>
              </a:defRPr>
            </a:lvl1pPr>
            <a:lvl2pPr algn="l">
              <a:defRPr sz="1575" b="1" i="0">
                <a:solidFill>
                  <a:srgbClr val="8A6417"/>
                </a:solidFill>
              </a:defRPr>
            </a:lvl2pPr>
            <a:lvl3pPr algn="l">
              <a:defRPr sz="1575" b="1" i="0">
                <a:solidFill>
                  <a:srgbClr val="8A6417"/>
                </a:solidFill>
              </a:defRPr>
            </a:lvl3pPr>
            <a:lvl4pPr algn="l">
              <a:defRPr sz="1575" b="1" i="0">
                <a:solidFill>
                  <a:srgbClr val="8A6417"/>
                </a:solidFill>
              </a:defRPr>
            </a:lvl4pPr>
            <a:lvl5pPr algn="l">
              <a:defRPr sz="1575" b="1" i="0">
                <a:solidFill>
                  <a:srgbClr val="8A6417"/>
                </a:solidFill>
              </a:defRPr>
            </a:lvl5pPr>
            <a:lvl6pPr algn="l">
              <a:defRPr sz="1575" b="1" i="0">
                <a:solidFill>
                  <a:srgbClr val="8A6417"/>
                </a:solidFill>
              </a:defRPr>
            </a:lvl6pPr>
            <a:lvl7pPr algn="l">
              <a:defRPr sz="1575" b="1" i="0">
                <a:solidFill>
                  <a:srgbClr val="8A6417"/>
                </a:solidFill>
              </a:defRPr>
            </a:lvl7pPr>
            <a:lvl8pPr algn="l">
              <a:defRPr sz="1575" b="1" i="0">
                <a:solidFill>
                  <a:srgbClr val="8A6417"/>
                </a:solidFill>
              </a:defRPr>
            </a:lvl8pPr>
            <a:lvl9pPr algn="l">
              <a:defRPr sz="1575" b="1" i="0">
                <a:solidFill>
                  <a:srgbClr val="8A6417"/>
                </a:solidFill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8A6417"/>
                </a:solidFill>
              </a:defRPr>
            </a:pPr>
            <a:r>
              <a:rPr sz="1575" b="1" i="0">
                <a:solidFill>
                  <a:srgbClr val="8A6417"/>
                </a:solidFill>
              </a:rPr>
              <a:t>RIESGO · OPERACIÓN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60A23-7293-4D14-A05C-16C4E72E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4514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7514A"/>
                </a:solidFill>
              </a:defRPr>
            </a:defPPr>
            <a:lvl1pPr algn="l">
              <a:defRPr sz="1200" b="0" i="0">
                <a:solidFill>
                  <a:srgbClr val="57514A"/>
                </a:solidFill>
              </a:defRPr>
            </a:lvl1pPr>
            <a:lvl2pPr algn="l">
              <a:defRPr sz="1200" b="0" i="0">
                <a:solidFill>
                  <a:srgbClr val="57514A"/>
                </a:solidFill>
              </a:defRPr>
            </a:lvl2pPr>
            <a:lvl3pPr algn="l">
              <a:defRPr sz="1200" b="0" i="0">
                <a:solidFill>
                  <a:srgbClr val="57514A"/>
                </a:solidFill>
              </a:defRPr>
            </a:lvl3pPr>
            <a:lvl4pPr algn="l">
              <a:defRPr sz="1200" b="0" i="0">
                <a:solidFill>
                  <a:srgbClr val="57514A"/>
                </a:solidFill>
              </a:defRPr>
            </a:lvl4pPr>
            <a:lvl5pPr algn="l">
              <a:defRPr sz="1200" b="0" i="0">
                <a:solidFill>
                  <a:srgbClr val="57514A"/>
                </a:solidFill>
              </a:defRPr>
            </a:lvl5pPr>
            <a:lvl6pPr algn="l">
              <a:defRPr sz="1200" b="0" i="0">
                <a:solidFill>
                  <a:srgbClr val="57514A"/>
                </a:solidFill>
              </a:defRPr>
            </a:lvl6pPr>
            <a:lvl7pPr algn="l">
              <a:defRPr sz="1200" b="0" i="0">
                <a:solidFill>
                  <a:srgbClr val="57514A"/>
                </a:solidFill>
              </a:defRPr>
            </a:lvl7pPr>
            <a:lvl8pPr algn="l">
              <a:defRPr sz="1200" b="0" i="0">
                <a:solidFill>
                  <a:srgbClr val="57514A"/>
                </a:solidFill>
              </a:defRPr>
            </a:lvl8pPr>
            <a:lvl9pPr algn="l">
              <a:defRPr sz="1200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57514A"/>
                </a:solidFill>
              </a:defRPr>
            </a:pPr>
            <a:r>
              <a:rPr sz="1200" b="0" i="0">
                <a:solidFill>
                  <a:srgbClr val="57514A"/>
                </a:solidFill>
              </a:rPr>
              <a:t>En Testnet, admin y wallet de comisión son la misma cuenta. Ese atajo no debe llegar a mainnet.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24EAC-F5DE-4E95-8235-5DFCF971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6130F"/>
                </a:solidFill>
              </a:defRPr>
            </a:defPPr>
            <a:lvl1pPr algn="l">
              <a:defRPr sz="1800" b="1" i="0">
                <a:solidFill>
                  <a:srgbClr val="16130F"/>
                </a:solidFill>
              </a:defRPr>
            </a:lvl1pPr>
            <a:lvl2pPr algn="l">
              <a:defRPr sz="1800" b="1" i="0">
                <a:solidFill>
                  <a:srgbClr val="16130F"/>
                </a:solidFill>
              </a:defRPr>
            </a:lvl2pPr>
            <a:lvl3pPr algn="l">
              <a:defRPr sz="1800" b="1" i="0">
                <a:solidFill>
                  <a:srgbClr val="16130F"/>
                </a:solidFill>
              </a:defRPr>
            </a:lvl3pPr>
            <a:lvl4pPr algn="l">
              <a:defRPr sz="1800" b="1" i="0">
                <a:solidFill>
                  <a:srgbClr val="16130F"/>
                </a:solidFill>
              </a:defRPr>
            </a:lvl4pPr>
            <a:lvl5pPr algn="l">
              <a:defRPr sz="1800" b="1" i="0">
                <a:solidFill>
                  <a:srgbClr val="16130F"/>
                </a:solidFill>
              </a:defRPr>
            </a:lvl5pPr>
            <a:lvl6pPr algn="l">
              <a:defRPr sz="1800" b="1" i="0">
                <a:solidFill>
                  <a:srgbClr val="16130F"/>
                </a:solidFill>
              </a:defRPr>
            </a:lvl6pPr>
            <a:lvl7pPr algn="l">
              <a:defRPr sz="1800" b="1" i="0">
                <a:solidFill>
                  <a:srgbClr val="16130F"/>
                </a:solidFill>
              </a:defRPr>
            </a:lvl7pPr>
            <a:lvl8pPr algn="l">
              <a:defRPr sz="1800" b="1" i="0">
                <a:solidFill>
                  <a:srgbClr val="16130F"/>
                </a:solidFill>
              </a:defRPr>
            </a:lvl8pPr>
            <a:lvl9pPr algn="l">
              <a:defRPr sz="180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6130F"/>
                </a:solidFill>
              </a:defRPr>
            </a:pPr>
            <a:r>
              <a:rPr sz="1800" b="1" i="0">
                <a:solidFill>
                  <a:srgbClr val="16130F"/>
                </a:solidFill>
              </a:rPr>
              <a:t>Mitigaciones del sistema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863B-A05C-4396-993B-99A0C5B1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143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F4A33"/>
          </a:solidFill>
          <a:ln xmlns:a="http://schemas.openxmlformats.org/drawingml/2006/main" w="0">
            <a:solidFill>
              <a:srgbClr val="0F4A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523BA-468D-4B2C-9BAE-CDC3CED2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 i="0">
                <a:solidFill>
                  <a:srgbClr val="FFFDF8"/>
                </a:solidFill>
              </a:defRPr>
            </a:defPPr>
            <a:lvl1pPr algn="ctr">
              <a:defRPr sz="1500" b="1" i="0">
                <a:solidFill>
                  <a:srgbClr val="FFFDF8"/>
                </a:solidFill>
              </a:defRPr>
            </a:lvl1pPr>
            <a:lvl2pPr algn="ctr">
              <a:defRPr sz="1500" b="1" i="0">
                <a:solidFill>
                  <a:srgbClr val="FFFDF8"/>
                </a:solidFill>
              </a:defRPr>
            </a:lvl2pPr>
            <a:lvl3pPr algn="ctr">
              <a:defRPr sz="1500" b="1" i="0">
                <a:solidFill>
                  <a:srgbClr val="FFFDF8"/>
                </a:solidFill>
              </a:defRPr>
            </a:lvl3pPr>
            <a:lvl4pPr algn="ctr">
              <a:defRPr sz="1500" b="1" i="0">
                <a:solidFill>
                  <a:srgbClr val="FFFDF8"/>
                </a:solidFill>
              </a:defRPr>
            </a:lvl4pPr>
            <a:lvl5pPr algn="ctr">
              <a:defRPr sz="1500" b="1" i="0">
                <a:solidFill>
                  <a:srgbClr val="FFFDF8"/>
                </a:solidFill>
              </a:defRPr>
            </a:lvl5pPr>
            <a:lvl6pPr algn="ctr">
              <a:defRPr sz="1500" b="1" i="0">
                <a:solidFill>
                  <a:srgbClr val="FFFDF8"/>
                </a:solidFill>
              </a:defRPr>
            </a:lvl6pPr>
            <a:lvl7pPr algn="ctr">
              <a:defRPr sz="1500" b="1" i="0">
                <a:solidFill>
                  <a:srgbClr val="FFFDF8"/>
                </a:solidFill>
              </a:defRPr>
            </a:lvl7pPr>
            <a:lvl8pPr algn="ctr">
              <a:defRPr sz="1500" b="1" i="0">
                <a:solidFill>
                  <a:srgbClr val="FFFDF8"/>
                </a:solidFill>
              </a:defRPr>
            </a:lvl8pPr>
            <a:lvl9pPr algn="ctr">
              <a:defRPr sz="15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FFFDF8"/>
                </a:solidFill>
              </a:defRPr>
            </a:pPr>
            <a:r>
              <a:rPr sz="1500" b="1" i="0">
                <a:solidFill>
                  <a:srgbClr val="FFFDF8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7C1E0-06A3-40EB-819E-CE54E7CE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46482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DDD5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07695-292E-42B1-A8E8-8EFB185D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16130F"/>
                </a:solidFill>
              </a:defRPr>
            </a:defPPr>
            <a:lvl1pPr algn="l">
              <a:defRPr sz="1275" b="0" i="0">
                <a:solidFill>
                  <a:srgbClr val="16130F"/>
                </a:solidFill>
              </a:defRPr>
            </a:lvl1pPr>
            <a:lvl2pPr algn="l">
              <a:defRPr sz="1275" b="0" i="0">
                <a:solidFill>
                  <a:srgbClr val="16130F"/>
                </a:solidFill>
              </a:defRPr>
            </a:lvl2pPr>
            <a:lvl3pPr algn="l">
              <a:defRPr sz="1275" b="0" i="0">
                <a:solidFill>
                  <a:srgbClr val="16130F"/>
                </a:solidFill>
              </a:defRPr>
            </a:lvl3pPr>
            <a:lvl4pPr algn="l">
              <a:defRPr sz="1275" b="0" i="0">
                <a:solidFill>
                  <a:srgbClr val="16130F"/>
                </a:solidFill>
              </a:defRPr>
            </a:lvl4pPr>
            <a:lvl5pPr algn="l">
              <a:defRPr sz="1275" b="0" i="0">
                <a:solidFill>
                  <a:srgbClr val="16130F"/>
                </a:solidFill>
              </a:defRPr>
            </a:lvl5pPr>
            <a:lvl6pPr algn="l">
              <a:defRPr sz="1275" b="0" i="0">
                <a:solidFill>
                  <a:srgbClr val="16130F"/>
                </a:solidFill>
              </a:defRPr>
            </a:lvl6pPr>
            <a:lvl7pPr algn="l">
              <a:defRPr sz="1275" b="0" i="0">
                <a:solidFill>
                  <a:srgbClr val="16130F"/>
                </a:solidFill>
              </a:defRPr>
            </a:lvl7pPr>
            <a:lvl8pPr algn="l">
              <a:defRPr sz="1275" b="0" i="0">
                <a:solidFill>
                  <a:srgbClr val="16130F"/>
                </a:solidFill>
              </a:defRPr>
            </a:lvl8pPr>
            <a:lvl9pPr algn="l">
              <a:defRPr sz="1275" b="0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6130F"/>
                </a:solidFill>
              </a:defRPr>
            </a:pPr>
            <a:r>
              <a:rPr sz="1275" b="0" i="0">
                <a:solidFill>
                  <a:srgbClr val="16130F"/>
                </a:solidFill>
              </a:rPr>
              <a:t>Constancia firmada y durable de entrega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5EB4E4-D422-4164-8C56-8386D49F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5143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F4A33"/>
          </a:solidFill>
          <a:ln xmlns:a="http://schemas.openxmlformats.org/drawingml/2006/main" w="0">
            <a:solidFill>
              <a:srgbClr val="0F4A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81CA7-DCD6-4DD8-9878-69795743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6232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 i="0">
                <a:solidFill>
                  <a:srgbClr val="FFFDF8"/>
                </a:solidFill>
              </a:defRPr>
            </a:defPPr>
            <a:lvl1pPr algn="ctr">
              <a:defRPr sz="1500" b="1" i="0">
                <a:solidFill>
                  <a:srgbClr val="FFFDF8"/>
                </a:solidFill>
              </a:defRPr>
            </a:lvl1pPr>
            <a:lvl2pPr algn="ctr">
              <a:defRPr sz="1500" b="1" i="0">
                <a:solidFill>
                  <a:srgbClr val="FFFDF8"/>
                </a:solidFill>
              </a:defRPr>
            </a:lvl2pPr>
            <a:lvl3pPr algn="ctr">
              <a:defRPr sz="1500" b="1" i="0">
                <a:solidFill>
                  <a:srgbClr val="FFFDF8"/>
                </a:solidFill>
              </a:defRPr>
            </a:lvl3pPr>
            <a:lvl4pPr algn="ctr">
              <a:defRPr sz="1500" b="1" i="0">
                <a:solidFill>
                  <a:srgbClr val="FFFDF8"/>
                </a:solidFill>
              </a:defRPr>
            </a:lvl4pPr>
            <a:lvl5pPr algn="ctr">
              <a:defRPr sz="1500" b="1" i="0">
                <a:solidFill>
                  <a:srgbClr val="FFFDF8"/>
                </a:solidFill>
              </a:defRPr>
            </a:lvl5pPr>
            <a:lvl6pPr algn="ctr">
              <a:defRPr sz="1500" b="1" i="0">
                <a:solidFill>
                  <a:srgbClr val="FFFDF8"/>
                </a:solidFill>
              </a:defRPr>
            </a:lvl6pPr>
            <a:lvl7pPr algn="ctr">
              <a:defRPr sz="1500" b="1" i="0">
                <a:solidFill>
                  <a:srgbClr val="FFFDF8"/>
                </a:solidFill>
              </a:defRPr>
            </a:lvl7pPr>
            <a:lvl8pPr algn="ctr">
              <a:defRPr sz="1500" b="1" i="0">
                <a:solidFill>
                  <a:srgbClr val="FFFDF8"/>
                </a:solidFill>
              </a:defRPr>
            </a:lvl8pPr>
            <a:lvl9pPr algn="ctr">
              <a:defRPr sz="15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FFFDF8"/>
                </a:solidFill>
              </a:defRPr>
            </a:pPr>
            <a:r>
              <a:rPr sz="1500" b="1" i="0">
                <a:solidFill>
                  <a:srgbClr val="FFFDF8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09CF2E-63CC-4FE8-A0D0-43BCEB35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5650"/>
            <a:ext cx="46482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DDD5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07C4C-88D6-457C-B3DE-876E7A04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7185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16130F"/>
                </a:solidFill>
              </a:defRPr>
            </a:defPPr>
            <a:lvl1pPr algn="l">
              <a:defRPr sz="1275" b="0" i="0">
                <a:solidFill>
                  <a:srgbClr val="16130F"/>
                </a:solidFill>
              </a:defRPr>
            </a:lvl1pPr>
            <a:lvl2pPr algn="l">
              <a:defRPr sz="1275" b="0" i="0">
                <a:solidFill>
                  <a:srgbClr val="16130F"/>
                </a:solidFill>
              </a:defRPr>
            </a:lvl2pPr>
            <a:lvl3pPr algn="l">
              <a:defRPr sz="1275" b="0" i="0">
                <a:solidFill>
                  <a:srgbClr val="16130F"/>
                </a:solidFill>
              </a:defRPr>
            </a:lvl3pPr>
            <a:lvl4pPr algn="l">
              <a:defRPr sz="1275" b="0" i="0">
                <a:solidFill>
                  <a:srgbClr val="16130F"/>
                </a:solidFill>
              </a:defRPr>
            </a:lvl4pPr>
            <a:lvl5pPr algn="l">
              <a:defRPr sz="1275" b="0" i="0">
                <a:solidFill>
                  <a:srgbClr val="16130F"/>
                </a:solidFill>
              </a:defRPr>
            </a:lvl5pPr>
            <a:lvl6pPr algn="l">
              <a:defRPr sz="1275" b="0" i="0">
                <a:solidFill>
                  <a:srgbClr val="16130F"/>
                </a:solidFill>
              </a:defRPr>
            </a:lvl6pPr>
            <a:lvl7pPr algn="l">
              <a:defRPr sz="1275" b="0" i="0">
                <a:solidFill>
                  <a:srgbClr val="16130F"/>
                </a:solidFill>
              </a:defRPr>
            </a:lvl7pPr>
            <a:lvl8pPr algn="l">
              <a:defRPr sz="1275" b="0" i="0">
                <a:solidFill>
                  <a:srgbClr val="16130F"/>
                </a:solidFill>
              </a:defRPr>
            </a:lvl8pPr>
            <a:lvl9pPr algn="l">
              <a:defRPr sz="1275" b="0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6130F"/>
                </a:solidFill>
              </a:defRPr>
            </a:pPr>
            <a:r>
              <a:rPr sz="1275" b="0" i="0">
                <a:solidFill>
                  <a:srgbClr val="16130F"/>
                </a:solidFill>
              </a:rPr>
              <a:t>Disputas y reputación para el riesgo físico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BADC10-BEF1-43BA-BB54-B4E93E88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5143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F4A33"/>
          </a:solidFill>
          <a:ln xmlns:a="http://schemas.openxmlformats.org/drawingml/2006/main" w="0">
            <a:solidFill>
              <a:srgbClr val="0F4A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23087-1120-48ED-B2AB-45CEF175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 i="0">
                <a:solidFill>
                  <a:srgbClr val="FFFDF8"/>
                </a:solidFill>
              </a:defRPr>
            </a:defPPr>
            <a:lvl1pPr algn="ctr">
              <a:defRPr sz="1500" b="1" i="0">
                <a:solidFill>
                  <a:srgbClr val="FFFDF8"/>
                </a:solidFill>
              </a:defRPr>
            </a:lvl1pPr>
            <a:lvl2pPr algn="ctr">
              <a:defRPr sz="1500" b="1" i="0">
                <a:solidFill>
                  <a:srgbClr val="FFFDF8"/>
                </a:solidFill>
              </a:defRPr>
            </a:lvl2pPr>
            <a:lvl3pPr algn="ctr">
              <a:defRPr sz="1500" b="1" i="0">
                <a:solidFill>
                  <a:srgbClr val="FFFDF8"/>
                </a:solidFill>
              </a:defRPr>
            </a:lvl3pPr>
            <a:lvl4pPr algn="ctr">
              <a:defRPr sz="1500" b="1" i="0">
                <a:solidFill>
                  <a:srgbClr val="FFFDF8"/>
                </a:solidFill>
              </a:defRPr>
            </a:lvl4pPr>
            <a:lvl5pPr algn="ctr">
              <a:defRPr sz="1500" b="1" i="0">
                <a:solidFill>
                  <a:srgbClr val="FFFDF8"/>
                </a:solidFill>
              </a:defRPr>
            </a:lvl5pPr>
            <a:lvl6pPr algn="ctr">
              <a:defRPr sz="1500" b="1" i="0">
                <a:solidFill>
                  <a:srgbClr val="FFFDF8"/>
                </a:solidFill>
              </a:defRPr>
            </a:lvl6pPr>
            <a:lvl7pPr algn="ctr">
              <a:defRPr sz="1500" b="1" i="0">
                <a:solidFill>
                  <a:srgbClr val="FFFDF8"/>
                </a:solidFill>
              </a:defRPr>
            </a:lvl7pPr>
            <a:lvl8pPr algn="ctr">
              <a:defRPr sz="1500" b="1" i="0">
                <a:solidFill>
                  <a:srgbClr val="FFFDF8"/>
                </a:solidFill>
              </a:defRPr>
            </a:lvl8pPr>
            <a:lvl9pPr algn="ctr">
              <a:defRPr sz="15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FFFDF8"/>
                </a:solidFill>
              </a:defRPr>
            </a:pPr>
            <a:r>
              <a:rPr sz="1500" b="1" i="0">
                <a:solidFill>
                  <a:srgbClr val="FFFDF8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F18C61-09BF-487B-B477-81E865E7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81450"/>
            <a:ext cx="46482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DDD5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2D586D-C793-4C23-9C6E-C3C614A8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5765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16130F"/>
                </a:solidFill>
              </a:defRPr>
            </a:defPPr>
            <a:lvl1pPr algn="l">
              <a:defRPr sz="1275" b="0" i="0">
                <a:solidFill>
                  <a:srgbClr val="16130F"/>
                </a:solidFill>
              </a:defRPr>
            </a:lvl1pPr>
            <a:lvl2pPr algn="l">
              <a:defRPr sz="1275" b="0" i="0">
                <a:solidFill>
                  <a:srgbClr val="16130F"/>
                </a:solidFill>
              </a:defRPr>
            </a:lvl2pPr>
            <a:lvl3pPr algn="l">
              <a:defRPr sz="1275" b="0" i="0">
                <a:solidFill>
                  <a:srgbClr val="16130F"/>
                </a:solidFill>
              </a:defRPr>
            </a:lvl3pPr>
            <a:lvl4pPr algn="l">
              <a:defRPr sz="1275" b="0" i="0">
                <a:solidFill>
                  <a:srgbClr val="16130F"/>
                </a:solidFill>
              </a:defRPr>
            </a:lvl4pPr>
            <a:lvl5pPr algn="l">
              <a:defRPr sz="1275" b="0" i="0">
                <a:solidFill>
                  <a:srgbClr val="16130F"/>
                </a:solidFill>
              </a:defRPr>
            </a:lvl5pPr>
            <a:lvl6pPr algn="l">
              <a:defRPr sz="1275" b="0" i="0">
                <a:solidFill>
                  <a:srgbClr val="16130F"/>
                </a:solidFill>
              </a:defRPr>
            </a:lvl6pPr>
            <a:lvl7pPr algn="l">
              <a:defRPr sz="1275" b="0" i="0">
                <a:solidFill>
                  <a:srgbClr val="16130F"/>
                </a:solidFill>
              </a:defRPr>
            </a:lvl7pPr>
            <a:lvl8pPr algn="l">
              <a:defRPr sz="1275" b="0" i="0">
                <a:solidFill>
                  <a:srgbClr val="16130F"/>
                </a:solidFill>
              </a:defRPr>
            </a:lvl8pPr>
            <a:lvl9pPr algn="l">
              <a:defRPr sz="1275" b="0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6130F"/>
                </a:solidFill>
              </a:defRPr>
            </a:pPr>
            <a:r>
              <a:rPr sz="1275" b="0" i="0">
                <a:solidFill>
                  <a:srgbClr val="16130F"/>
                </a:solidFill>
              </a:rPr>
              <a:t>Reconciliación on-chain antes de mostrar refunded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B320AD-E04C-4E4C-8CF2-F4A360FA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5143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F4A33"/>
          </a:solidFill>
          <a:ln xmlns:a="http://schemas.openxmlformats.org/drawingml/2006/main" w="0">
            <a:solidFill>
              <a:srgbClr val="0F4A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9C8E59-67C4-4E8B-A5B0-BABA49B7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3392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 i="0">
                <a:solidFill>
                  <a:srgbClr val="FFFDF8"/>
                </a:solidFill>
              </a:defRPr>
            </a:defPPr>
            <a:lvl1pPr algn="ctr">
              <a:defRPr sz="1500" b="1" i="0">
                <a:solidFill>
                  <a:srgbClr val="FFFDF8"/>
                </a:solidFill>
              </a:defRPr>
            </a:lvl1pPr>
            <a:lvl2pPr algn="ctr">
              <a:defRPr sz="1500" b="1" i="0">
                <a:solidFill>
                  <a:srgbClr val="FFFDF8"/>
                </a:solidFill>
              </a:defRPr>
            </a:lvl2pPr>
            <a:lvl3pPr algn="ctr">
              <a:defRPr sz="1500" b="1" i="0">
                <a:solidFill>
                  <a:srgbClr val="FFFDF8"/>
                </a:solidFill>
              </a:defRPr>
            </a:lvl3pPr>
            <a:lvl4pPr algn="ctr">
              <a:defRPr sz="1500" b="1" i="0">
                <a:solidFill>
                  <a:srgbClr val="FFFDF8"/>
                </a:solidFill>
              </a:defRPr>
            </a:lvl4pPr>
            <a:lvl5pPr algn="ctr">
              <a:defRPr sz="1500" b="1" i="0">
                <a:solidFill>
                  <a:srgbClr val="FFFDF8"/>
                </a:solidFill>
              </a:defRPr>
            </a:lvl5pPr>
            <a:lvl6pPr algn="ctr">
              <a:defRPr sz="1500" b="1" i="0">
                <a:solidFill>
                  <a:srgbClr val="FFFDF8"/>
                </a:solidFill>
              </a:defRPr>
            </a:lvl6pPr>
            <a:lvl7pPr algn="ctr">
              <a:defRPr sz="1500" b="1" i="0">
                <a:solidFill>
                  <a:srgbClr val="FFFDF8"/>
                </a:solidFill>
              </a:defRPr>
            </a:lvl7pPr>
            <a:lvl8pPr algn="ctr">
              <a:defRPr sz="1500" b="1" i="0">
                <a:solidFill>
                  <a:srgbClr val="FFFDF8"/>
                </a:solidFill>
              </a:defRPr>
            </a:lvl8pPr>
            <a:lvl9pPr algn="ctr">
              <a:defRPr sz="15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FFFDF8"/>
                </a:solidFill>
              </a:defRPr>
            </a:pPr>
            <a:r>
              <a:rPr sz="1500" b="1" i="0">
                <a:solidFill>
                  <a:srgbClr val="FFFDF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76BEEA-FAE4-40DB-92E1-FD51CCD9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46482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DDD5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29DBDF-70F8-4450-888B-DFD436E1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4345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16130F"/>
                </a:solidFill>
              </a:defRPr>
            </a:defPPr>
            <a:lvl1pPr algn="l">
              <a:defRPr sz="1275" b="0" i="0">
                <a:solidFill>
                  <a:srgbClr val="16130F"/>
                </a:solidFill>
              </a:defRPr>
            </a:lvl1pPr>
            <a:lvl2pPr algn="l">
              <a:defRPr sz="1275" b="0" i="0">
                <a:solidFill>
                  <a:srgbClr val="16130F"/>
                </a:solidFill>
              </a:defRPr>
            </a:lvl2pPr>
            <a:lvl3pPr algn="l">
              <a:defRPr sz="1275" b="0" i="0">
                <a:solidFill>
                  <a:srgbClr val="16130F"/>
                </a:solidFill>
              </a:defRPr>
            </a:lvl3pPr>
            <a:lvl4pPr algn="l">
              <a:defRPr sz="1275" b="0" i="0">
                <a:solidFill>
                  <a:srgbClr val="16130F"/>
                </a:solidFill>
              </a:defRPr>
            </a:lvl4pPr>
            <a:lvl5pPr algn="l">
              <a:defRPr sz="1275" b="0" i="0">
                <a:solidFill>
                  <a:srgbClr val="16130F"/>
                </a:solidFill>
              </a:defRPr>
            </a:lvl5pPr>
            <a:lvl6pPr algn="l">
              <a:defRPr sz="1275" b="0" i="0">
                <a:solidFill>
                  <a:srgbClr val="16130F"/>
                </a:solidFill>
              </a:defRPr>
            </a:lvl6pPr>
            <a:lvl7pPr algn="l">
              <a:defRPr sz="1275" b="0" i="0">
                <a:solidFill>
                  <a:srgbClr val="16130F"/>
                </a:solidFill>
              </a:defRPr>
            </a:lvl7pPr>
            <a:lvl8pPr algn="l">
              <a:defRPr sz="1275" b="0" i="0">
                <a:solidFill>
                  <a:srgbClr val="16130F"/>
                </a:solidFill>
              </a:defRPr>
            </a:lvl8pPr>
            <a:lvl9pPr algn="l">
              <a:defRPr sz="1275" b="0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6130F"/>
                </a:solidFill>
              </a:defRPr>
            </a:pPr>
            <a:r>
              <a:rPr sz="1275" b="0" i="0">
                <a:solidFill>
                  <a:srgbClr val="16130F"/>
                </a:solidFill>
              </a:rPr>
              <a:t>Wallet fría de comisión y separación de roles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830EC5-DD5D-46E5-B5DD-11F20A37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0F4A33"/>
                </a:solidFill>
              </a:defRPr>
            </a:defPPr>
            <a:lvl1pPr algn="l">
              <a:defRPr sz="1500" b="1" i="0">
                <a:solidFill>
                  <a:srgbClr val="0F4A33"/>
                </a:solidFill>
              </a:defRPr>
            </a:lvl1pPr>
            <a:lvl2pPr algn="l">
              <a:defRPr sz="1500" b="1" i="0">
                <a:solidFill>
                  <a:srgbClr val="0F4A33"/>
                </a:solidFill>
              </a:defRPr>
            </a:lvl2pPr>
            <a:lvl3pPr algn="l">
              <a:defRPr sz="1500" b="1" i="0">
                <a:solidFill>
                  <a:srgbClr val="0F4A33"/>
                </a:solidFill>
              </a:defRPr>
            </a:lvl3pPr>
            <a:lvl4pPr algn="l">
              <a:defRPr sz="1500" b="1" i="0">
                <a:solidFill>
                  <a:srgbClr val="0F4A33"/>
                </a:solidFill>
              </a:defRPr>
            </a:lvl4pPr>
            <a:lvl5pPr algn="l">
              <a:defRPr sz="1500" b="1" i="0">
                <a:solidFill>
                  <a:srgbClr val="0F4A33"/>
                </a:solidFill>
              </a:defRPr>
            </a:lvl5pPr>
            <a:lvl6pPr algn="l">
              <a:defRPr sz="1500" b="1" i="0">
                <a:solidFill>
                  <a:srgbClr val="0F4A33"/>
                </a:solidFill>
              </a:defRPr>
            </a:lvl6pPr>
            <a:lvl7pPr algn="l">
              <a:defRPr sz="1500" b="1" i="0">
                <a:solidFill>
                  <a:srgbClr val="0F4A33"/>
                </a:solidFill>
              </a:defRPr>
            </a:lvl7pPr>
            <a:lvl8pPr algn="l">
              <a:defRPr sz="1500" b="1" i="0">
                <a:solidFill>
                  <a:srgbClr val="0F4A33"/>
                </a:solidFill>
              </a:defRPr>
            </a:lvl8pPr>
            <a:lvl9pPr algn="l">
              <a:defRPr sz="1500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F4A33"/>
                </a:solidFill>
              </a:defRPr>
            </a:pPr>
            <a:r>
              <a:rPr sz="1500" b="1" i="0">
                <a:solidFill>
                  <a:srgbClr val="0F4A33"/>
                </a:solidFill>
              </a:rPr>
              <a:t>No se elimina todo el riesgo. Se hace explícito, trazable y recuperable.</a:t>
            </a:r>
          </a:p>
        </p:txBody>
      </p:sp>
    </p:spTree>
    <p:extLst>
      <p:ext uri="{BB962C8B-B14F-4D97-AF65-F5344CB8AC3E}">
        <p14:creationId xmlns:p14="http://schemas.microsoft.com/office/powerpoint/2010/main" val="3441289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650E5C-4B70-44C6-BD1E-490F5ED7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 i="0">
                <a:solidFill>
                  <a:srgbClr val="0F4A33"/>
                </a:solidFill>
              </a:defRPr>
            </a:defPPr>
            <a:lvl1pPr algn="l">
              <a:defRPr sz="825" b="1" i="0">
                <a:solidFill>
                  <a:srgbClr val="0F4A33"/>
                </a:solidFill>
              </a:defRPr>
            </a:lvl1pPr>
            <a:lvl2pPr algn="l">
              <a:defRPr sz="825" b="1" i="0">
                <a:solidFill>
                  <a:srgbClr val="0F4A33"/>
                </a:solidFill>
              </a:defRPr>
            </a:lvl2pPr>
            <a:lvl3pPr algn="l">
              <a:defRPr sz="825" b="1" i="0">
                <a:solidFill>
                  <a:srgbClr val="0F4A33"/>
                </a:solidFill>
              </a:defRPr>
            </a:lvl3pPr>
            <a:lvl4pPr algn="l">
              <a:defRPr sz="825" b="1" i="0">
                <a:solidFill>
                  <a:srgbClr val="0F4A33"/>
                </a:solidFill>
              </a:defRPr>
            </a:lvl4pPr>
            <a:lvl5pPr algn="l">
              <a:defRPr sz="825" b="1" i="0">
                <a:solidFill>
                  <a:srgbClr val="0F4A33"/>
                </a:solidFill>
              </a:defRPr>
            </a:lvl5pPr>
            <a:lvl6pPr algn="l">
              <a:defRPr sz="825" b="1" i="0">
                <a:solidFill>
                  <a:srgbClr val="0F4A33"/>
                </a:solidFill>
              </a:defRPr>
            </a:lvl6pPr>
            <a:lvl7pPr algn="l">
              <a:defRPr sz="825" b="1" i="0">
                <a:solidFill>
                  <a:srgbClr val="0F4A33"/>
                </a:solidFill>
              </a:defRPr>
            </a:lvl7pPr>
            <a:lvl8pPr algn="l">
              <a:defRPr sz="825" b="1" i="0">
                <a:solidFill>
                  <a:srgbClr val="0F4A33"/>
                </a:solidFill>
              </a:defRPr>
            </a:lvl8pPr>
            <a:lvl9pPr algn="l">
              <a:defRPr sz="825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0F4A33"/>
                </a:solidFill>
              </a:defRPr>
            </a:pPr>
            <a:r>
              <a:rPr sz="825" b="1" i="0">
                <a:solidFill>
                  <a:srgbClr val="0F4A33"/>
                </a:solidFill>
              </a:rPr>
              <a:t>MICOPAY · ESCROW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8C248-2AFE-4A66-9DC8-4B22C6D5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 i="0">
                <a:solidFill>
                  <a:srgbClr val="857D71"/>
                </a:solidFill>
              </a:defRPr>
            </a:defPPr>
            <a:lvl1pPr algn="r">
              <a:defRPr sz="825" b="1" i="0">
                <a:solidFill>
                  <a:srgbClr val="857D71"/>
                </a:solidFill>
              </a:defRPr>
            </a:lvl1pPr>
            <a:lvl2pPr algn="r">
              <a:defRPr sz="825" b="1" i="0">
                <a:solidFill>
                  <a:srgbClr val="857D71"/>
                </a:solidFill>
              </a:defRPr>
            </a:lvl2pPr>
            <a:lvl3pPr algn="r">
              <a:defRPr sz="825" b="1" i="0">
                <a:solidFill>
                  <a:srgbClr val="857D71"/>
                </a:solidFill>
              </a:defRPr>
            </a:lvl3pPr>
            <a:lvl4pPr algn="r">
              <a:defRPr sz="825" b="1" i="0">
                <a:solidFill>
                  <a:srgbClr val="857D71"/>
                </a:solidFill>
              </a:defRPr>
            </a:lvl4pPr>
            <a:lvl5pPr algn="r">
              <a:defRPr sz="825" b="1" i="0">
                <a:solidFill>
                  <a:srgbClr val="857D71"/>
                </a:solidFill>
              </a:defRPr>
            </a:lvl5pPr>
            <a:lvl6pPr algn="r">
              <a:defRPr sz="825" b="1" i="0">
                <a:solidFill>
                  <a:srgbClr val="857D71"/>
                </a:solidFill>
              </a:defRPr>
            </a:lvl6pPr>
            <a:lvl7pPr algn="r">
              <a:defRPr sz="825" b="1" i="0">
                <a:solidFill>
                  <a:srgbClr val="857D71"/>
                </a:solidFill>
              </a:defRPr>
            </a:lvl7pPr>
            <a:lvl8pPr algn="r">
              <a:defRPr sz="825" b="1" i="0">
                <a:solidFill>
                  <a:srgbClr val="857D71"/>
                </a:solidFill>
              </a:defRPr>
            </a:lvl8pPr>
            <a:lvl9pPr algn="r">
              <a:defRPr sz="825" b="1" i="0">
                <a:solidFill>
                  <a:srgbClr val="857D71"/>
                </a:solidFill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857D71"/>
                </a:solidFill>
              </a:defRPr>
            </a:pPr>
            <a:r>
              <a:rPr sz="825" b="1" i="0">
                <a:solidFill>
                  <a:srgbClr val="857D71"/>
                </a:solidFill>
              </a:rPr>
              <a:t>ESTADO ACTUAL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B6488-1AFE-4924-B618-BF363D94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D5C4"/>
          </a:solidFill>
          <a:ln xmlns:a="http://schemas.openxmlformats.org/drawingml/2006/main" w="0">
            <a:solidFill>
              <a:srgbClr val="DDD5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160CA-B918-4C65-9374-7D9C928F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 i="0">
                <a:solidFill>
                  <a:srgbClr val="857D71"/>
                </a:solidFill>
              </a:defRPr>
            </a:defPPr>
            <a:lvl1pPr algn="r">
              <a:defRPr sz="750" b="0" i="0">
                <a:solidFill>
                  <a:srgbClr val="857D71"/>
                </a:solidFill>
              </a:defRPr>
            </a:lvl1pPr>
            <a:lvl2pPr algn="r">
              <a:defRPr sz="750" b="0" i="0">
                <a:solidFill>
                  <a:srgbClr val="857D71"/>
                </a:solidFill>
              </a:defRPr>
            </a:lvl2pPr>
            <a:lvl3pPr algn="r">
              <a:defRPr sz="750" b="0" i="0">
                <a:solidFill>
                  <a:srgbClr val="857D71"/>
                </a:solidFill>
              </a:defRPr>
            </a:lvl3pPr>
            <a:lvl4pPr algn="r">
              <a:defRPr sz="750" b="0" i="0">
                <a:solidFill>
                  <a:srgbClr val="857D71"/>
                </a:solidFill>
              </a:defRPr>
            </a:lvl4pPr>
            <a:lvl5pPr algn="r">
              <a:defRPr sz="750" b="0" i="0">
                <a:solidFill>
                  <a:srgbClr val="857D71"/>
                </a:solidFill>
              </a:defRPr>
            </a:lvl5pPr>
            <a:lvl6pPr algn="r">
              <a:defRPr sz="750" b="0" i="0">
                <a:solidFill>
                  <a:srgbClr val="857D71"/>
                </a:solidFill>
              </a:defRPr>
            </a:lvl6pPr>
            <a:lvl7pPr algn="r">
              <a:defRPr sz="750" b="0" i="0">
                <a:solidFill>
                  <a:srgbClr val="857D71"/>
                </a:solidFill>
              </a:defRPr>
            </a:lvl7pPr>
            <a:lvl8pPr algn="r">
              <a:defRPr sz="750" b="0" i="0">
                <a:solidFill>
                  <a:srgbClr val="857D71"/>
                </a:solidFill>
              </a:defRPr>
            </a:lvl8pPr>
            <a:lvl9pPr algn="r">
              <a:defRPr sz="750" b="0" i="0">
                <a:solidFill>
                  <a:srgbClr val="857D71"/>
                </a:solidFill>
              </a:defRPr>
            </a:lvl9pPr>
          </a:lstStyle>
          <a:p xmlns:a="http://schemas.openxmlformats.org/drawingml/2006/main">
            <a:pPr algn="r">
              <a:defRPr sz="750" b="0" i="0">
                <a:solidFill>
                  <a:srgbClr val="857D71"/>
                </a:solidFill>
              </a:defRPr>
            </a:pPr>
            <a:r>
              <a:rPr sz="750" b="0" i="0">
                <a:solidFill>
                  <a:srgbClr val="857D71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200D8-21F9-4F9F-BA7A-5F25C0AD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 i="0">
                <a:solidFill>
                  <a:srgbClr val="16130F"/>
                </a:solidFill>
              </a:defRPr>
            </a:defPPr>
            <a:lvl1pPr algn="l">
              <a:defRPr sz="2550" b="1" i="0">
                <a:solidFill>
                  <a:srgbClr val="16130F"/>
                </a:solidFill>
              </a:defRPr>
            </a:lvl1pPr>
            <a:lvl2pPr algn="l">
              <a:defRPr sz="2550" b="1" i="0">
                <a:solidFill>
                  <a:srgbClr val="16130F"/>
                </a:solidFill>
              </a:defRPr>
            </a:lvl2pPr>
            <a:lvl3pPr algn="l">
              <a:defRPr sz="2550" b="1" i="0">
                <a:solidFill>
                  <a:srgbClr val="16130F"/>
                </a:solidFill>
              </a:defRPr>
            </a:lvl3pPr>
            <a:lvl4pPr algn="l">
              <a:defRPr sz="2550" b="1" i="0">
                <a:solidFill>
                  <a:srgbClr val="16130F"/>
                </a:solidFill>
              </a:defRPr>
            </a:lvl4pPr>
            <a:lvl5pPr algn="l">
              <a:defRPr sz="2550" b="1" i="0">
                <a:solidFill>
                  <a:srgbClr val="16130F"/>
                </a:solidFill>
              </a:defRPr>
            </a:lvl5pPr>
            <a:lvl6pPr algn="l">
              <a:defRPr sz="2550" b="1" i="0">
                <a:solidFill>
                  <a:srgbClr val="16130F"/>
                </a:solidFill>
              </a:defRPr>
            </a:lvl6pPr>
            <a:lvl7pPr algn="l">
              <a:defRPr sz="2550" b="1" i="0">
                <a:solidFill>
                  <a:srgbClr val="16130F"/>
                </a:solidFill>
              </a:defRPr>
            </a:lvl7pPr>
            <a:lvl8pPr algn="l">
              <a:defRPr sz="2550" b="1" i="0">
                <a:solidFill>
                  <a:srgbClr val="16130F"/>
                </a:solidFill>
              </a:defRPr>
            </a:lvl8pPr>
            <a:lvl9pPr algn="l">
              <a:defRPr sz="255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6130F"/>
                </a:solidFill>
              </a:defRPr>
            </a:pPr>
            <a:r>
              <a:rPr sz="2550" b="1" i="0">
                <a:solidFill>
                  <a:srgbClr val="16130F"/>
                </a:solidFill>
              </a:rPr>
              <a:t>Testnet funciona. Mainnet requiere separación operativa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1964B-7657-477C-9C52-177CD758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57514A"/>
                </a:solidFill>
              </a:defRPr>
            </a:defPPr>
            <a:lvl1pPr algn="l">
              <a:defRPr sz="1350" b="0" i="0">
                <a:solidFill>
                  <a:srgbClr val="57514A"/>
                </a:solidFill>
              </a:defRPr>
            </a:lvl1pPr>
            <a:lvl2pPr algn="l">
              <a:defRPr sz="1350" b="0" i="0">
                <a:solidFill>
                  <a:srgbClr val="57514A"/>
                </a:solidFill>
              </a:defRPr>
            </a:lvl2pPr>
            <a:lvl3pPr algn="l">
              <a:defRPr sz="1350" b="0" i="0">
                <a:solidFill>
                  <a:srgbClr val="57514A"/>
                </a:solidFill>
              </a:defRPr>
            </a:lvl3pPr>
            <a:lvl4pPr algn="l">
              <a:defRPr sz="1350" b="0" i="0">
                <a:solidFill>
                  <a:srgbClr val="57514A"/>
                </a:solidFill>
              </a:defRPr>
            </a:lvl4pPr>
            <a:lvl5pPr algn="l">
              <a:defRPr sz="1350" b="0" i="0">
                <a:solidFill>
                  <a:srgbClr val="57514A"/>
                </a:solidFill>
              </a:defRPr>
            </a:lvl5pPr>
            <a:lvl6pPr algn="l">
              <a:defRPr sz="1350" b="0" i="0">
                <a:solidFill>
                  <a:srgbClr val="57514A"/>
                </a:solidFill>
              </a:defRPr>
            </a:lvl6pPr>
            <a:lvl7pPr algn="l">
              <a:defRPr sz="1350" b="0" i="0">
                <a:solidFill>
                  <a:srgbClr val="57514A"/>
                </a:solidFill>
              </a:defRPr>
            </a:lvl7pPr>
            <a:lvl8pPr algn="l">
              <a:defRPr sz="1350" b="0" i="0">
                <a:solidFill>
                  <a:srgbClr val="57514A"/>
                </a:solidFill>
              </a:defRPr>
            </a:lvl8pPr>
            <a:lvl9pPr algn="l">
              <a:defRPr sz="1350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7514A"/>
                </a:solidFill>
              </a:defRPr>
            </a:pPr>
            <a:r>
              <a:rPr sz="1350" b="0" i="0">
                <a:solidFill>
                  <a:srgbClr val="57514A"/>
                </a:solidFill>
              </a:rPr>
              <a:t>Las instancias nuevas incluyen decline y ya fueron probadas con XLM y USDC.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064C5-3FCE-4846-B949-2C9A43AC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6629400" cy="3638550"/>
          </a:xfrm>
          <a:prstGeom xmlns:a="http://schemas.openxmlformats.org/drawingml/2006/main" prst="roundRect">
            <a:avLst>
              <a:gd name="adj" fmla="val 5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4A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13A0E-559E-4E59-A073-10274B44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A33"/>
          </a:solidFill>
          <a:ln xmlns:a="http://schemas.openxmlformats.org/drawingml/2006/main" w="9525">
            <a:solidFill>
              <a:srgbClr val="0F4A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09267-CD18-4648-BC5F-F5007AFB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FFFDF8"/>
                </a:solidFill>
              </a:defRPr>
            </a:defPPr>
            <a:lvl1pPr algn="ctr">
              <a:defRPr sz="900" b="1" i="0">
                <a:solidFill>
                  <a:srgbClr val="FFFDF8"/>
                </a:solidFill>
              </a:defRPr>
            </a:lvl1pPr>
            <a:lvl2pPr algn="ctr">
              <a:defRPr sz="900" b="1" i="0">
                <a:solidFill>
                  <a:srgbClr val="FFFDF8"/>
                </a:solidFill>
              </a:defRPr>
            </a:lvl2pPr>
            <a:lvl3pPr algn="ctr">
              <a:defRPr sz="900" b="1" i="0">
                <a:solidFill>
                  <a:srgbClr val="FFFDF8"/>
                </a:solidFill>
              </a:defRPr>
            </a:lvl3pPr>
            <a:lvl4pPr algn="ctr">
              <a:defRPr sz="900" b="1" i="0">
                <a:solidFill>
                  <a:srgbClr val="FFFDF8"/>
                </a:solidFill>
              </a:defRPr>
            </a:lvl4pPr>
            <a:lvl5pPr algn="ctr">
              <a:defRPr sz="900" b="1" i="0">
                <a:solidFill>
                  <a:srgbClr val="FFFDF8"/>
                </a:solidFill>
              </a:defRPr>
            </a:lvl5pPr>
            <a:lvl6pPr algn="ctr">
              <a:defRPr sz="900" b="1" i="0">
                <a:solidFill>
                  <a:srgbClr val="FFFDF8"/>
                </a:solidFill>
              </a:defRPr>
            </a:lvl6pPr>
            <a:lvl7pPr algn="ctr">
              <a:defRPr sz="900" b="1" i="0">
                <a:solidFill>
                  <a:srgbClr val="FFFDF8"/>
                </a:solidFill>
              </a:defRPr>
            </a:lvl7pPr>
            <a:lvl8pPr algn="ctr">
              <a:defRPr sz="900" b="1" i="0">
                <a:solidFill>
                  <a:srgbClr val="FFFDF8"/>
                </a:solidFill>
              </a:defRPr>
            </a:lvl8pPr>
            <a:lvl9pPr algn="ctr">
              <a:defRPr sz="900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FFFDF8"/>
                </a:solidFill>
              </a:defRPr>
            </a:pPr>
            <a:r>
              <a:rPr sz="900" b="1" i="0">
                <a:solidFill>
                  <a:srgbClr val="FFFDF8"/>
                </a:solidFill>
              </a:rPr>
              <a:t>TESTNET · DESPLEGADO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8A784-4C9F-4EF6-B1DD-B3409576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0F4A33"/>
                </a:solidFill>
              </a:defRPr>
            </a:defPPr>
            <a:lvl1pPr algn="l">
              <a:defRPr sz="1125" b="1" i="0">
                <a:solidFill>
                  <a:srgbClr val="0F4A33"/>
                </a:solidFill>
              </a:defRPr>
            </a:lvl1pPr>
            <a:lvl2pPr algn="l">
              <a:defRPr sz="1125" b="1" i="0">
                <a:solidFill>
                  <a:srgbClr val="0F4A33"/>
                </a:solidFill>
              </a:defRPr>
            </a:lvl2pPr>
            <a:lvl3pPr algn="l">
              <a:defRPr sz="1125" b="1" i="0">
                <a:solidFill>
                  <a:srgbClr val="0F4A33"/>
                </a:solidFill>
              </a:defRPr>
            </a:lvl3pPr>
            <a:lvl4pPr algn="l">
              <a:defRPr sz="1125" b="1" i="0">
                <a:solidFill>
                  <a:srgbClr val="0F4A33"/>
                </a:solidFill>
              </a:defRPr>
            </a:lvl4pPr>
            <a:lvl5pPr algn="l">
              <a:defRPr sz="1125" b="1" i="0">
                <a:solidFill>
                  <a:srgbClr val="0F4A33"/>
                </a:solidFill>
              </a:defRPr>
            </a:lvl5pPr>
            <a:lvl6pPr algn="l">
              <a:defRPr sz="1125" b="1" i="0">
                <a:solidFill>
                  <a:srgbClr val="0F4A33"/>
                </a:solidFill>
              </a:defRPr>
            </a:lvl6pPr>
            <a:lvl7pPr algn="l">
              <a:defRPr sz="1125" b="1" i="0">
                <a:solidFill>
                  <a:srgbClr val="0F4A33"/>
                </a:solidFill>
              </a:defRPr>
            </a:lvl7pPr>
            <a:lvl8pPr algn="l">
              <a:defRPr sz="1125" b="1" i="0">
                <a:solidFill>
                  <a:srgbClr val="0F4A33"/>
                </a:solidFill>
              </a:defRPr>
            </a:lvl8pPr>
            <a:lvl9pPr algn="l">
              <a:defRPr sz="1125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0F4A33"/>
                </a:solidFill>
              </a:defRPr>
            </a:pPr>
            <a:r>
              <a:rPr sz="1125" b="1" i="0">
                <a:solidFill>
                  <a:srgbClr val="0F4A33"/>
                </a:solidFill>
              </a:rPr>
              <a:t>USDC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F3CCB-30A2-4FB7-9DCF-EF80DFEA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47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16130F"/>
                </a:solidFill>
              </a:defRPr>
            </a:defPPr>
            <a:lvl1pPr algn="l">
              <a:defRPr sz="1050" b="0" i="0">
                <a:solidFill>
                  <a:srgbClr val="16130F"/>
                </a:solidFill>
              </a:defRPr>
            </a:lvl1pPr>
            <a:lvl2pPr algn="l">
              <a:defRPr sz="1050" b="0" i="0">
                <a:solidFill>
                  <a:srgbClr val="16130F"/>
                </a:solidFill>
              </a:defRPr>
            </a:lvl2pPr>
            <a:lvl3pPr algn="l">
              <a:defRPr sz="1050" b="0" i="0">
                <a:solidFill>
                  <a:srgbClr val="16130F"/>
                </a:solidFill>
              </a:defRPr>
            </a:lvl3pPr>
            <a:lvl4pPr algn="l">
              <a:defRPr sz="1050" b="0" i="0">
                <a:solidFill>
                  <a:srgbClr val="16130F"/>
                </a:solidFill>
              </a:defRPr>
            </a:lvl4pPr>
            <a:lvl5pPr algn="l">
              <a:defRPr sz="1050" b="0" i="0">
                <a:solidFill>
                  <a:srgbClr val="16130F"/>
                </a:solidFill>
              </a:defRPr>
            </a:lvl5pPr>
            <a:lvl6pPr algn="l">
              <a:defRPr sz="1050" b="0" i="0">
                <a:solidFill>
                  <a:srgbClr val="16130F"/>
                </a:solidFill>
              </a:defRPr>
            </a:lvl6pPr>
            <a:lvl7pPr algn="l">
              <a:defRPr sz="1050" b="0" i="0">
                <a:solidFill>
                  <a:srgbClr val="16130F"/>
                </a:solidFill>
              </a:defRPr>
            </a:lvl7pPr>
            <a:lvl8pPr algn="l">
              <a:defRPr sz="1050" b="0" i="0">
                <a:solidFill>
                  <a:srgbClr val="16130F"/>
                </a:solidFill>
              </a:defRPr>
            </a:lvl8pPr>
            <a:lvl9pPr algn="l">
              <a:defRPr sz="1050" b="0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16130F"/>
                </a:solidFill>
              </a:defRPr>
            </a:pPr>
            <a:r>
              <a:rPr sz="1050" b="0" i="0">
                <a:solidFill>
                  <a:srgbClr val="16130F"/>
                </a:solidFill>
              </a:rPr>
              <a:t>CALS46FVLSLLPASFHAZVRCSQCUFUSKW64547L6OUDLLPEORKNCXDUDH3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B049B-5460-4AC6-B4CD-B35028DB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0F4A33"/>
                </a:solidFill>
              </a:defRPr>
            </a:defPPr>
            <a:lvl1pPr algn="l">
              <a:defRPr sz="1125" b="1" i="0">
                <a:solidFill>
                  <a:srgbClr val="0F4A33"/>
                </a:solidFill>
              </a:defRPr>
            </a:lvl1pPr>
            <a:lvl2pPr algn="l">
              <a:defRPr sz="1125" b="1" i="0">
                <a:solidFill>
                  <a:srgbClr val="0F4A33"/>
                </a:solidFill>
              </a:defRPr>
            </a:lvl2pPr>
            <a:lvl3pPr algn="l">
              <a:defRPr sz="1125" b="1" i="0">
                <a:solidFill>
                  <a:srgbClr val="0F4A33"/>
                </a:solidFill>
              </a:defRPr>
            </a:lvl3pPr>
            <a:lvl4pPr algn="l">
              <a:defRPr sz="1125" b="1" i="0">
                <a:solidFill>
                  <a:srgbClr val="0F4A33"/>
                </a:solidFill>
              </a:defRPr>
            </a:lvl4pPr>
            <a:lvl5pPr algn="l">
              <a:defRPr sz="1125" b="1" i="0">
                <a:solidFill>
                  <a:srgbClr val="0F4A33"/>
                </a:solidFill>
              </a:defRPr>
            </a:lvl5pPr>
            <a:lvl6pPr algn="l">
              <a:defRPr sz="1125" b="1" i="0">
                <a:solidFill>
                  <a:srgbClr val="0F4A33"/>
                </a:solidFill>
              </a:defRPr>
            </a:lvl6pPr>
            <a:lvl7pPr algn="l">
              <a:defRPr sz="1125" b="1" i="0">
                <a:solidFill>
                  <a:srgbClr val="0F4A33"/>
                </a:solidFill>
              </a:defRPr>
            </a:lvl7pPr>
            <a:lvl8pPr algn="l">
              <a:defRPr sz="1125" b="1" i="0">
                <a:solidFill>
                  <a:srgbClr val="0F4A33"/>
                </a:solidFill>
              </a:defRPr>
            </a:lvl8pPr>
            <a:lvl9pPr algn="l">
              <a:defRPr sz="1125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0F4A33"/>
                </a:solidFill>
              </a:defRPr>
            </a:pPr>
            <a:r>
              <a:rPr sz="1125" b="1" i="0">
                <a:solidFill>
                  <a:srgbClr val="0F4A33"/>
                </a:solidFill>
              </a:rPr>
              <a:t>XLM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3ADE7E-E345-4C28-9678-AD77E2D3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8610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16130F"/>
                </a:solidFill>
              </a:defRPr>
            </a:defPPr>
            <a:lvl1pPr algn="l">
              <a:defRPr sz="1050" b="0" i="0">
                <a:solidFill>
                  <a:srgbClr val="16130F"/>
                </a:solidFill>
              </a:defRPr>
            </a:lvl1pPr>
            <a:lvl2pPr algn="l">
              <a:defRPr sz="1050" b="0" i="0">
                <a:solidFill>
                  <a:srgbClr val="16130F"/>
                </a:solidFill>
              </a:defRPr>
            </a:lvl2pPr>
            <a:lvl3pPr algn="l">
              <a:defRPr sz="1050" b="0" i="0">
                <a:solidFill>
                  <a:srgbClr val="16130F"/>
                </a:solidFill>
              </a:defRPr>
            </a:lvl3pPr>
            <a:lvl4pPr algn="l">
              <a:defRPr sz="1050" b="0" i="0">
                <a:solidFill>
                  <a:srgbClr val="16130F"/>
                </a:solidFill>
              </a:defRPr>
            </a:lvl4pPr>
            <a:lvl5pPr algn="l">
              <a:defRPr sz="1050" b="0" i="0">
                <a:solidFill>
                  <a:srgbClr val="16130F"/>
                </a:solidFill>
              </a:defRPr>
            </a:lvl5pPr>
            <a:lvl6pPr algn="l">
              <a:defRPr sz="1050" b="0" i="0">
                <a:solidFill>
                  <a:srgbClr val="16130F"/>
                </a:solidFill>
              </a:defRPr>
            </a:lvl6pPr>
            <a:lvl7pPr algn="l">
              <a:defRPr sz="1050" b="0" i="0">
                <a:solidFill>
                  <a:srgbClr val="16130F"/>
                </a:solidFill>
              </a:defRPr>
            </a:lvl7pPr>
            <a:lvl8pPr algn="l">
              <a:defRPr sz="1050" b="0" i="0">
                <a:solidFill>
                  <a:srgbClr val="16130F"/>
                </a:solidFill>
              </a:defRPr>
            </a:lvl8pPr>
            <a:lvl9pPr algn="l">
              <a:defRPr sz="1050" b="0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16130F"/>
                </a:solidFill>
              </a:defRPr>
            </a:pPr>
            <a:r>
              <a:rPr sz="1050" b="0" i="0">
                <a:solidFill>
                  <a:srgbClr val="16130F"/>
                </a:solidFill>
              </a:rPr>
              <a:t>CCX5E4ALJ5J5ZUOW7ZKXYDJ23ZREKDWYR6JR62NBOSTHUQ3LIGKG6GU4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7AD09-64CB-4C07-83E5-3A0B9B3A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57514A"/>
                </a:solidFill>
              </a:defRPr>
            </a:defPPr>
            <a:lvl1pPr algn="l">
              <a:defRPr sz="1125" b="1" i="0">
                <a:solidFill>
                  <a:srgbClr val="57514A"/>
                </a:solidFill>
              </a:defRPr>
            </a:lvl1pPr>
            <a:lvl2pPr algn="l">
              <a:defRPr sz="1125" b="1" i="0">
                <a:solidFill>
                  <a:srgbClr val="57514A"/>
                </a:solidFill>
              </a:defRPr>
            </a:lvl2pPr>
            <a:lvl3pPr algn="l">
              <a:defRPr sz="1125" b="1" i="0">
                <a:solidFill>
                  <a:srgbClr val="57514A"/>
                </a:solidFill>
              </a:defRPr>
            </a:lvl3pPr>
            <a:lvl4pPr algn="l">
              <a:defRPr sz="1125" b="1" i="0">
                <a:solidFill>
                  <a:srgbClr val="57514A"/>
                </a:solidFill>
              </a:defRPr>
            </a:lvl4pPr>
            <a:lvl5pPr algn="l">
              <a:defRPr sz="1125" b="1" i="0">
                <a:solidFill>
                  <a:srgbClr val="57514A"/>
                </a:solidFill>
              </a:defRPr>
            </a:lvl5pPr>
            <a:lvl6pPr algn="l">
              <a:defRPr sz="1125" b="1" i="0">
                <a:solidFill>
                  <a:srgbClr val="57514A"/>
                </a:solidFill>
              </a:defRPr>
            </a:lvl6pPr>
            <a:lvl7pPr algn="l">
              <a:defRPr sz="1125" b="1" i="0">
                <a:solidFill>
                  <a:srgbClr val="57514A"/>
                </a:solidFill>
              </a:defRPr>
            </a:lvl7pPr>
            <a:lvl8pPr algn="l">
              <a:defRPr sz="1125" b="1" i="0">
                <a:solidFill>
                  <a:srgbClr val="57514A"/>
                </a:solidFill>
              </a:defRPr>
            </a:lvl8pPr>
            <a:lvl9pPr algn="l">
              <a:defRPr sz="1125" b="1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57514A"/>
                </a:solidFill>
              </a:defRPr>
            </a:pPr>
            <a:r>
              <a:rPr sz="1125" b="1" i="0">
                <a:solidFill>
                  <a:srgbClr val="57514A"/>
                </a:solidFill>
              </a:rPr>
              <a:t>Admin y comisión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98235-67E5-4306-B337-A52907B8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617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57514A"/>
                </a:solidFill>
              </a:defRPr>
            </a:defPPr>
            <a:lvl1pPr algn="l">
              <a:defRPr sz="975" b="0" i="0">
                <a:solidFill>
                  <a:srgbClr val="57514A"/>
                </a:solidFill>
              </a:defRPr>
            </a:lvl1pPr>
            <a:lvl2pPr algn="l">
              <a:defRPr sz="975" b="0" i="0">
                <a:solidFill>
                  <a:srgbClr val="57514A"/>
                </a:solidFill>
              </a:defRPr>
            </a:lvl2pPr>
            <a:lvl3pPr algn="l">
              <a:defRPr sz="975" b="0" i="0">
                <a:solidFill>
                  <a:srgbClr val="57514A"/>
                </a:solidFill>
              </a:defRPr>
            </a:lvl3pPr>
            <a:lvl4pPr algn="l">
              <a:defRPr sz="975" b="0" i="0">
                <a:solidFill>
                  <a:srgbClr val="57514A"/>
                </a:solidFill>
              </a:defRPr>
            </a:lvl4pPr>
            <a:lvl5pPr algn="l">
              <a:defRPr sz="975" b="0" i="0">
                <a:solidFill>
                  <a:srgbClr val="57514A"/>
                </a:solidFill>
              </a:defRPr>
            </a:lvl5pPr>
            <a:lvl6pPr algn="l">
              <a:defRPr sz="975" b="0" i="0">
                <a:solidFill>
                  <a:srgbClr val="57514A"/>
                </a:solidFill>
              </a:defRPr>
            </a:lvl6pPr>
            <a:lvl7pPr algn="l">
              <a:defRPr sz="975" b="0" i="0">
                <a:solidFill>
                  <a:srgbClr val="57514A"/>
                </a:solidFill>
              </a:defRPr>
            </a:lvl7pPr>
            <a:lvl8pPr algn="l">
              <a:defRPr sz="975" b="0" i="0">
                <a:solidFill>
                  <a:srgbClr val="57514A"/>
                </a:solidFill>
              </a:defRPr>
            </a:lvl8pPr>
            <a:lvl9pPr algn="l">
              <a:defRPr sz="97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57514A"/>
                </a:solidFill>
              </a:defRPr>
            </a:pPr>
            <a:r>
              <a:rPr sz="975" b="0" i="0">
                <a:solidFill>
                  <a:srgbClr val="57514A"/>
                </a:solidFill>
              </a:rPr>
              <a:t>GBD4V322KREETWAVJXMYUJP6CIWFKBEYT6L4NAXTXLQ7XNY535QQEGMQ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B2AE1-EF80-46B4-B7D2-0079CBE2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57514A"/>
                </a:solidFill>
              </a:defRPr>
            </a:defPPr>
            <a:lvl1pPr algn="l">
              <a:defRPr sz="1125" b="1" i="0">
                <a:solidFill>
                  <a:srgbClr val="57514A"/>
                </a:solidFill>
              </a:defRPr>
            </a:lvl1pPr>
            <a:lvl2pPr algn="l">
              <a:defRPr sz="1125" b="1" i="0">
                <a:solidFill>
                  <a:srgbClr val="57514A"/>
                </a:solidFill>
              </a:defRPr>
            </a:lvl2pPr>
            <a:lvl3pPr algn="l">
              <a:defRPr sz="1125" b="1" i="0">
                <a:solidFill>
                  <a:srgbClr val="57514A"/>
                </a:solidFill>
              </a:defRPr>
            </a:lvl3pPr>
            <a:lvl4pPr algn="l">
              <a:defRPr sz="1125" b="1" i="0">
                <a:solidFill>
                  <a:srgbClr val="57514A"/>
                </a:solidFill>
              </a:defRPr>
            </a:lvl4pPr>
            <a:lvl5pPr algn="l">
              <a:defRPr sz="1125" b="1" i="0">
                <a:solidFill>
                  <a:srgbClr val="57514A"/>
                </a:solidFill>
              </a:defRPr>
            </a:lvl5pPr>
            <a:lvl6pPr algn="l">
              <a:defRPr sz="1125" b="1" i="0">
                <a:solidFill>
                  <a:srgbClr val="57514A"/>
                </a:solidFill>
              </a:defRPr>
            </a:lvl6pPr>
            <a:lvl7pPr algn="l">
              <a:defRPr sz="1125" b="1" i="0">
                <a:solidFill>
                  <a:srgbClr val="57514A"/>
                </a:solidFill>
              </a:defRPr>
            </a:lvl7pPr>
            <a:lvl8pPr algn="l">
              <a:defRPr sz="1125" b="1" i="0">
                <a:solidFill>
                  <a:srgbClr val="57514A"/>
                </a:solidFill>
              </a:defRPr>
            </a:lvl8pPr>
            <a:lvl9pPr algn="l">
              <a:defRPr sz="1125" b="1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57514A"/>
                </a:solidFill>
              </a:defRPr>
            </a:pPr>
            <a:r>
              <a:rPr sz="1125" b="1" i="0">
                <a:solidFill>
                  <a:srgbClr val="57514A"/>
                </a:solidFill>
              </a:rPr>
              <a:t>Hot wallet AWS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6D2AA4-A462-4DDC-A292-9CA4B94E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617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57514A"/>
                </a:solidFill>
              </a:defRPr>
            </a:defPPr>
            <a:lvl1pPr algn="l">
              <a:defRPr sz="975" b="0" i="0">
                <a:solidFill>
                  <a:srgbClr val="57514A"/>
                </a:solidFill>
              </a:defRPr>
            </a:lvl1pPr>
            <a:lvl2pPr algn="l">
              <a:defRPr sz="975" b="0" i="0">
                <a:solidFill>
                  <a:srgbClr val="57514A"/>
                </a:solidFill>
              </a:defRPr>
            </a:lvl2pPr>
            <a:lvl3pPr algn="l">
              <a:defRPr sz="975" b="0" i="0">
                <a:solidFill>
                  <a:srgbClr val="57514A"/>
                </a:solidFill>
              </a:defRPr>
            </a:lvl3pPr>
            <a:lvl4pPr algn="l">
              <a:defRPr sz="975" b="0" i="0">
                <a:solidFill>
                  <a:srgbClr val="57514A"/>
                </a:solidFill>
              </a:defRPr>
            </a:lvl4pPr>
            <a:lvl5pPr algn="l">
              <a:defRPr sz="975" b="0" i="0">
                <a:solidFill>
                  <a:srgbClr val="57514A"/>
                </a:solidFill>
              </a:defRPr>
            </a:lvl5pPr>
            <a:lvl6pPr algn="l">
              <a:defRPr sz="975" b="0" i="0">
                <a:solidFill>
                  <a:srgbClr val="57514A"/>
                </a:solidFill>
              </a:defRPr>
            </a:lvl6pPr>
            <a:lvl7pPr algn="l">
              <a:defRPr sz="975" b="0" i="0">
                <a:solidFill>
                  <a:srgbClr val="57514A"/>
                </a:solidFill>
              </a:defRPr>
            </a:lvl7pPr>
            <a:lvl8pPr algn="l">
              <a:defRPr sz="975" b="0" i="0">
                <a:solidFill>
                  <a:srgbClr val="57514A"/>
                </a:solidFill>
              </a:defRPr>
            </a:lvl8pPr>
            <a:lvl9pPr algn="l">
              <a:defRPr sz="975" b="0" i="0">
                <a:solidFill>
                  <a:srgbClr val="57514A"/>
                </a:solidFill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57514A"/>
                </a:solidFill>
              </a:defRPr>
            </a:pPr>
            <a:r>
              <a:rPr sz="975" b="0" i="0">
                <a:solidFill>
                  <a:srgbClr val="57514A"/>
                </a:solidFill>
              </a:rPr>
              <a:t>GDKKW2WSMQWZ63PIZBKDDBAAOBG5FP3TUHRYQ4U5RBKTFNESL5K5BJJK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0959AB-BEDD-490D-AACA-FF0E9ECF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DE6"/>
          </a:solidFill>
          <a:ln xmlns:a="http://schemas.openxmlformats.org/drawingml/2006/main" w="9525">
            <a:solidFill>
              <a:srgbClr val="0F4A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40DD6-BC3F-4C2F-B662-6858B3FA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768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0F4A33"/>
                </a:solidFill>
              </a:defRPr>
            </a:defPPr>
            <a:lvl1pPr algn="ctr">
              <a:defRPr sz="900" b="1" i="0">
                <a:solidFill>
                  <a:srgbClr val="0F4A33"/>
                </a:solidFill>
              </a:defRPr>
            </a:lvl1pPr>
            <a:lvl2pPr algn="ctr">
              <a:defRPr sz="900" b="1" i="0">
                <a:solidFill>
                  <a:srgbClr val="0F4A33"/>
                </a:solidFill>
              </a:defRPr>
            </a:lvl2pPr>
            <a:lvl3pPr algn="ctr">
              <a:defRPr sz="900" b="1" i="0">
                <a:solidFill>
                  <a:srgbClr val="0F4A33"/>
                </a:solidFill>
              </a:defRPr>
            </a:lvl3pPr>
            <a:lvl4pPr algn="ctr">
              <a:defRPr sz="900" b="1" i="0">
                <a:solidFill>
                  <a:srgbClr val="0F4A33"/>
                </a:solidFill>
              </a:defRPr>
            </a:lvl4pPr>
            <a:lvl5pPr algn="ctr">
              <a:defRPr sz="900" b="1" i="0">
                <a:solidFill>
                  <a:srgbClr val="0F4A33"/>
                </a:solidFill>
              </a:defRPr>
            </a:lvl5pPr>
            <a:lvl6pPr algn="ctr">
              <a:defRPr sz="900" b="1" i="0">
                <a:solidFill>
                  <a:srgbClr val="0F4A33"/>
                </a:solidFill>
              </a:defRPr>
            </a:lvl6pPr>
            <a:lvl7pPr algn="ctr">
              <a:defRPr sz="900" b="1" i="0">
                <a:solidFill>
                  <a:srgbClr val="0F4A33"/>
                </a:solidFill>
              </a:defRPr>
            </a:lvl7pPr>
            <a:lvl8pPr algn="ctr">
              <a:defRPr sz="900" b="1" i="0">
                <a:solidFill>
                  <a:srgbClr val="0F4A33"/>
                </a:solidFill>
              </a:defRPr>
            </a:lvl8pPr>
            <a:lvl9pPr algn="ctr">
              <a:defRPr sz="900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0F4A33"/>
                </a:solidFill>
              </a:defRPr>
            </a:pPr>
            <a:r>
              <a:rPr sz="900" b="1" i="0">
                <a:solidFill>
                  <a:srgbClr val="0F4A33"/>
                </a:solidFill>
              </a:rPr>
              <a:t>lock + decline XLM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8B61C-2C90-4B04-8C47-0543E093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DE6"/>
          </a:solidFill>
          <a:ln xmlns:a="http://schemas.openxmlformats.org/drawingml/2006/main" w="9525">
            <a:solidFill>
              <a:srgbClr val="0F4A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F13B97-27F3-410A-BAF5-91759025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768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0F4A33"/>
                </a:solidFill>
              </a:defRPr>
            </a:defPPr>
            <a:lvl1pPr algn="ctr">
              <a:defRPr sz="900" b="1" i="0">
                <a:solidFill>
                  <a:srgbClr val="0F4A33"/>
                </a:solidFill>
              </a:defRPr>
            </a:lvl1pPr>
            <a:lvl2pPr algn="ctr">
              <a:defRPr sz="900" b="1" i="0">
                <a:solidFill>
                  <a:srgbClr val="0F4A33"/>
                </a:solidFill>
              </a:defRPr>
            </a:lvl2pPr>
            <a:lvl3pPr algn="ctr">
              <a:defRPr sz="900" b="1" i="0">
                <a:solidFill>
                  <a:srgbClr val="0F4A33"/>
                </a:solidFill>
              </a:defRPr>
            </a:lvl3pPr>
            <a:lvl4pPr algn="ctr">
              <a:defRPr sz="900" b="1" i="0">
                <a:solidFill>
                  <a:srgbClr val="0F4A33"/>
                </a:solidFill>
              </a:defRPr>
            </a:lvl4pPr>
            <a:lvl5pPr algn="ctr">
              <a:defRPr sz="900" b="1" i="0">
                <a:solidFill>
                  <a:srgbClr val="0F4A33"/>
                </a:solidFill>
              </a:defRPr>
            </a:lvl5pPr>
            <a:lvl6pPr algn="ctr">
              <a:defRPr sz="900" b="1" i="0">
                <a:solidFill>
                  <a:srgbClr val="0F4A33"/>
                </a:solidFill>
              </a:defRPr>
            </a:lvl6pPr>
            <a:lvl7pPr algn="ctr">
              <a:defRPr sz="900" b="1" i="0">
                <a:solidFill>
                  <a:srgbClr val="0F4A33"/>
                </a:solidFill>
              </a:defRPr>
            </a:lvl7pPr>
            <a:lvl8pPr algn="ctr">
              <a:defRPr sz="900" b="1" i="0">
                <a:solidFill>
                  <a:srgbClr val="0F4A33"/>
                </a:solidFill>
              </a:defRPr>
            </a:lvl8pPr>
            <a:lvl9pPr algn="ctr">
              <a:defRPr sz="900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0F4A33"/>
                </a:solidFill>
              </a:defRPr>
            </a:pPr>
            <a:r>
              <a:rPr sz="900" b="1" i="0">
                <a:solidFill>
                  <a:srgbClr val="0F4A33"/>
                </a:solidFill>
              </a:rPr>
              <a:t>lock + decline USDC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41094-85C9-4667-A313-C6349974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4825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DE6"/>
          </a:solidFill>
          <a:ln xmlns:a="http://schemas.openxmlformats.org/drawingml/2006/main" w="9525">
            <a:solidFill>
              <a:srgbClr val="0F4A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C0198-018B-42BC-8C52-30C20272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768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0F4A33"/>
                </a:solidFill>
              </a:defRPr>
            </a:defPPr>
            <a:lvl1pPr algn="ctr">
              <a:defRPr sz="900" b="1" i="0">
                <a:solidFill>
                  <a:srgbClr val="0F4A33"/>
                </a:solidFill>
              </a:defRPr>
            </a:lvl1pPr>
            <a:lvl2pPr algn="ctr">
              <a:defRPr sz="900" b="1" i="0">
                <a:solidFill>
                  <a:srgbClr val="0F4A33"/>
                </a:solidFill>
              </a:defRPr>
            </a:lvl2pPr>
            <a:lvl3pPr algn="ctr">
              <a:defRPr sz="900" b="1" i="0">
                <a:solidFill>
                  <a:srgbClr val="0F4A33"/>
                </a:solidFill>
              </a:defRPr>
            </a:lvl3pPr>
            <a:lvl4pPr algn="ctr">
              <a:defRPr sz="900" b="1" i="0">
                <a:solidFill>
                  <a:srgbClr val="0F4A33"/>
                </a:solidFill>
              </a:defRPr>
            </a:lvl4pPr>
            <a:lvl5pPr algn="ctr">
              <a:defRPr sz="900" b="1" i="0">
                <a:solidFill>
                  <a:srgbClr val="0F4A33"/>
                </a:solidFill>
              </a:defRPr>
            </a:lvl5pPr>
            <a:lvl6pPr algn="ctr">
              <a:defRPr sz="900" b="1" i="0">
                <a:solidFill>
                  <a:srgbClr val="0F4A33"/>
                </a:solidFill>
              </a:defRPr>
            </a:lvl6pPr>
            <a:lvl7pPr algn="ctr">
              <a:defRPr sz="900" b="1" i="0">
                <a:solidFill>
                  <a:srgbClr val="0F4A33"/>
                </a:solidFill>
              </a:defRPr>
            </a:lvl7pPr>
            <a:lvl8pPr algn="ctr">
              <a:defRPr sz="900" b="1" i="0">
                <a:solidFill>
                  <a:srgbClr val="0F4A33"/>
                </a:solidFill>
              </a:defRPr>
            </a:lvl8pPr>
            <a:lvl9pPr algn="ctr">
              <a:defRPr sz="900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0F4A33"/>
                </a:solidFill>
              </a:defRPr>
            </a:pPr>
            <a:r>
              <a:rPr sz="900" b="1" i="0">
                <a:solidFill>
                  <a:srgbClr val="0F4A33"/>
                </a:solidFill>
              </a:rPr>
              <a:t>9/9 tests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4C9D3A-31A9-47F1-958F-A171E6C5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0482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DE6"/>
          </a:solidFill>
          <a:ln xmlns:a="http://schemas.openxmlformats.org/drawingml/2006/main" w="9525">
            <a:solidFill>
              <a:srgbClr val="0F4A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E000E4-5268-4C43-907C-5EB71259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768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0F4A33"/>
                </a:solidFill>
              </a:defRPr>
            </a:defPPr>
            <a:lvl1pPr algn="ctr">
              <a:defRPr sz="900" b="1" i="0">
                <a:solidFill>
                  <a:srgbClr val="0F4A33"/>
                </a:solidFill>
              </a:defRPr>
            </a:lvl1pPr>
            <a:lvl2pPr algn="ctr">
              <a:defRPr sz="900" b="1" i="0">
                <a:solidFill>
                  <a:srgbClr val="0F4A33"/>
                </a:solidFill>
              </a:defRPr>
            </a:lvl2pPr>
            <a:lvl3pPr algn="ctr">
              <a:defRPr sz="900" b="1" i="0">
                <a:solidFill>
                  <a:srgbClr val="0F4A33"/>
                </a:solidFill>
              </a:defRPr>
            </a:lvl3pPr>
            <a:lvl4pPr algn="ctr">
              <a:defRPr sz="900" b="1" i="0">
                <a:solidFill>
                  <a:srgbClr val="0F4A33"/>
                </a:solidFill>
              </a:defRPr>
            </a:lvl4pPr>
            <a:lvl5pPr algn="ctr">
              <a:defRPr sz="900" b="1" i="0">
                <a:solidFill>
                  <a:srgbClr val="0F4A33"/>
                </a:solidFill>
              </a:defRPr>
            </a:lvl5pPr>
            <a:lvl6pPr algn="ctr">
              <a:defRPr sz="900" b="1" i="0">
                <a:solidFill>
                  <a:srgbClr val="0F4A33"/>
                </a:solidFill>
              </a:defRPr>
            </a:lvl6pPr>
            <a:lvl7pPr algn="ctr">
              <a:defRPr sz="900" b="1" i="0">
                <a:solidFill>
                  <a:srgbClr val="0F4A33"/>
                </a:solidFill>
              </a:defRPr>
            </a:lvl7pPr>
            <a:lvl8pPr algn="ctr">
              <a:defRPr sz="900" b="1" i="0">
                <a:solidFill>
                  <a:srgbClr val="0F4A33"/>
                </a:solidFill>
              </a:defRPr>
            </a:lvl8pPr>
            <a:lvl9pPr algn="ctr">
              <a:defRPr sz="900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0F4A33"/>
                </a:solidFill>
              </a:defRPr>
            </a:pPr>
            <a:r>
              <a:rPr sz="900" b="1" i="0">
                <a:solidFill>
                  <a:srgbClr val="0F4A33"/>
                </a:solidFill>
              </a:rPr>
              <a:t>ECS rev33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38E789-B1E8-40A2-9766-16179A23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62150"/>
            <a:ext cx="3886200" cy="3638550"/>
          </a:xfrm>
          <a:prstGeom xmlns:a="http://schemas.openxmlformats.org/drawingml/2006/main" prst="roundRect">
            <a:avLst>
              <a:gd name="adj" fmla="val 524"/>
            </a:avLst>
          </a:prstGeom>
          <a:solidFill xmlns:a="http://schemas.openxmlformats.org/drawingml/2006/main">
            <a:srgbClr val="241F19"/>
          </a:solidFill>
          <a:ln xmlns:a="http://schemas.openxmlformats.org/drawingml/2006/main" w="0">
            <a:solidFill>
              <a:srgbClr val="241F1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E8B93D-222C-471D-8B7E-282826A4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1790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31F"/>
          </a:solidFill>
          <a:ln xmlns:a="http://schemas.openxmlformats.org/drawingml/2006/main" w="9525">
            <a:solidFill>
              <a:srgbClr val="F2631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74EDA3-DDF2-43B0-AFB5-3C6BD0CA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812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16130F"/>
                </a:solidFill>
              </a:defRPr>
            </a:defPPr>
            <a:lvl1pPr algn="ctr">
              <a:defRPr sz="900" b="1" i="0">
                <a:solidFill>
                  <a:srgbClr val="16130F"/>
                </a:solidFill>
              </a:defRPr>
            </a:lvl1pPr>
            <a:lvl2pPr algn="ctr">
              <a:defRPr sz="900" b="1" i="0">
                <a:solidFill>
                  <a:srgbClr val="16130F"/>
                </a:solidFill>
              </a:defRPr>
            </a:lvl2pPr>
            <a:lvl3pPr algn="ctr">
              <a:defRPr sz="900" b="1" i="0">
                <a:solidFill>
                  <a:srgbClr val="16130F"/>
                </a:solidFill>
              </a:defRPr>
            </a:lvl3pPr>
            <a:lvl4pPr algn="ctr">
              <a:defRPr sz="900" b="1" i="0">
                <a:solidFill>
                  <a:srgbClr val="16130F"/>
                </a:solidFill>
              </a:defRPr>
            </a:lvl4pPr>
            <a:lvl5pPr algn="ctr">
              <a:defRPr sz="900" b="1" i="0">
                <a:solidFill>
                  <a:srgbClr val="16130F"/>
                </a:solidFill>
              </a:defRPr>
            </a:lvl5pPr>
            <a:lvl6pPr algn="ctr">
              <a:defRPr sz="900" b="1" i="0">
                <a:solidFill>
                  <a:srgbClr val="16130F"/>
                </a:solidFill>
              </a:defRPr>
            </a:lvl6pPr>
            <a:lvl7pPr algn="ctr">
              <a:defRPr sz="900" b="1" i="0">
                <a:solidFill>
                  <a:srgbClr val="16130F"/>
                </a:solidFill>
              </a:defRPr>
            </a:lvl7pPr>
            <a:lvl8pPr algn="ctr">
              <a:defRPr sz="900" b="1" i="0">
                <a:solidFill>
                  <a:srgbClr val="16130F"/>
                </a:solidFill>
              </a:defRPr>
            </a:lvl8pPr>
            <a:lvl9pPr algn="ctr">
              <a:defRPr sz="900" b="1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16130F"/>
                </a:solidFill>
              </a:defRPr>
            </a:pPr>
            <a:r>
              <a:rPr sz="900" b="1" i="0">
                <a:solidFill>
                  <a:srgbClr val="16130F"/>
                </a:solidFill>
              </a:rPr>
              <a:t>MAINNET · PENDIENTE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5C6573-F29B-4826-8241-D099C259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F2631F"/>
                </a:solidFill>
              </a:defRPr>
            </a:defPPr>
            <a:lvl1pPr algn="l">
              <a:defRPr sz="1650" b="1" i="0">
                <a:solidFill>
                  <a:srgbClr val="F2631F"/>
                </a:solidFill>
              </a:defRPr>
            </a:lvl1pPr>
            <a:lvl2pPr algn="l">
              <a:defRPr sz="1650" b="1" i="0">
                <a:solidFill>
                  <a:srgbClr val="F2631F"/>
                </a:solidFill>
              </a:defRPr>
            </a:lvl2pPr>
            <a:lvl3pPr algn="l">
              <a:defRPr sz="1650" b="1" i="0">
                <a:solidFill>
                  <a:srgbClr val="F2631F"/>
                </a:solidFill>
              </a:defRPr>
            </a:lvl3pPr>
            <a:lvl4pPr algn="l">
              <a:defRPr sz="1650" b="1" i="0">
                <a:solidFill>
                  <a:srgbClr val="F2631F"/>
                </a:solidFill>
              </a:defRPr>
            </a:lvl4pPr>
            <a:lvl5pPr algn="l">
              <a:defRPr sz="1650" b="1" i="0">
                <a:solidFill>
                  <a:srgbClr val="F2631F"/>
                </a:solidFill>
              </a:defRPr>
            </a:lvl5pPr>
            <a:lvl6pPr algn="l">
              <a:defRPr sz="1650" b="1" i="0">
                <a:solidFill>
                  <a:srgbClr val="F2631F"/>
                </a:solidFill>
              </a:defRPr>
            </a:lvl6pPr>
            <a:lvl7pPr algn="l">
              <a:defRPr sz="1650" b="1" i="0">
                <a:solidFill>
                  <a:srgbClr val="F2631F"/>
                </a:solidFill>
              </a:defRPr>
            </a:lvl7pPr>
            <a:lvl8pPr algn="l">
              <a:defRPr sz="1650" b="1" i="0">
                <a:solidFill>
                  <a:srgbClr val="F2631F"/>
                </a:solidFill>
              </a:defRPr>
            </a:lvl8pPr>
            <a:lvl9pPr algn="l">
              <a:defRPr sz="1650" b="1" i="0">
                <a:solidFill>
                  <a:srgbClr val="F2631F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F2631F"/>
                </a:solidFill>
              </a:defRPr>
            </a:pPr>
            <a:r>
              <a:rPr sz="1650" b="1" i="0">
                <a:solidFill>
                  <a:srgbClr val="F2631F"/>
                </a:solidFill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6FADCB-E8BD-4367-820B-5ABFCB83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8"/>
                </a:solidFill>
              </a:defRPr>
            </a:defPPr>
            <a:lvl1pPr algn="l">
              <a:defRPr sz="1425" b="1" i="0">
                <a:solidFill>
                  <a:srgbClr val="FFFDF8"/>
                </a:solidFill>
              </a:defRPr>
            </a:lvl1pPr>
            <a:lvl2pPr algn="l">
              <a:defRPr sz="1425" b="1" i="0">
                <a:solidFill>
                  <a:srgbClr val="FFFDF8"/>
                </a:solidFill>
              </a:defRPr>
            </a:lvl2pPr>
            <a:lvl3pPr algn="l">
              <a:defRPr sz="1425" b="1" i="0">
                <a:solidFill>
                  <a:srgbClr val="FFFDF8"/>
                </a:solidFill>
              </a:defRPr>
            </a:lvl3pPr>
            <a:lvl4pPr algn="l">
              <a:defRPr sz="1425" b="1" i="0">
                <a:solidFill>
                  <a:srgbClr val="FFFDF8"/>
                </a:solidFill>
              </a:defRPr>
            </a:lvl4pPr>
            <a:lvl5pPr algn="l">
              <a:defRPr sz="1425" b="1" i="0">
                <a:solidFill>
                  <a:srgbClr val="FFFDF8"/>
                </a:solidFill>
              </a:defRPr>
            </a:lvl5pPr>
            <a:lvl6pPr algn="l">
              <a:defRPr sz="1425" b="1" i="0">
                <a:solidFill>
                  <a:srgbClr val="FFFDF8"/>
                </a:solidFill>
              </a:defRPr>
            </a:lvl6pPr>
            <a:lvl7pPr algn="l">
              <a:defRPr sz="1425" b="1" i="0">
                <a:solidFill>
                  <a:srgbClr val="FFFDF8"/>
                </a:solidFill>
              </a:defRPr>
            </a:lvl7pPr>
            <a:lvl8pPr algn="l">
              <a:defRPr sz="1425" b="1" i="0">
                <a:solidFill>
                  <a:srgbClr val="FFFDF8"/>
                </a:solidFill>
              </a:defRPr>
            </a:lvl8pPr>
            <a:lvl9pPr algn="l">
              <a:defRPr sz="1425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FFDF8"/>
                </a:solidFill>
              </a:defRPr>
            </a:pPr>
            <a:r>
              <a:rPr sz="1425" b="1" i="0">
                <a:solidFill>
                  <a:srgbClr val="FFFDF8"/>
                </a:solidFill>
              </a:rPr>
              <a:t>Crear wallet fría de comisión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EE47C1-2D91-4627-8A9B-976DF5D6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F2631F"/>
                </a:solidFill>
              </a:defRPr>
            </a:defPPr>
            <a:lvl1pPr algn="l">
              <a:defRPr sz="1650" b="1" i="0">
                <a:solidFill>
                  <a:srgbClr val="F2631F"/>
                </a:solidFill>
              </a:defRPr>
            </a:lvl1pPr>
            <a:lvl2pPr algn="l">
              <a:defRPr sz="1650" b="1" i="0">
                <a:solidFill>
                  <a:srgbClr val="F2631F"/>
                </a:solidFill>
              </a:defRPr>
            </a:lvl2pPr>
            <a:lvl3pPr algn="l">
              <a:defRPr sz="1650" b="1" i="0">
                <a:solidFill>
                  <a:srgbClr val="F2631F"/>
                </a:solidFill>
              </a:defRPr>
            </a:lvl3pPr>
            <a:lvl4pPr algn="l">
              <a:defRPr sz="1650" b="1" i="0">
                <a:solidFill>
                  <a:srgbClr val="F2631F"/>
                </a:solidFill>
              </a:defRPr>
            </a:lvl4pPr>
            <a:lvl5pPr algn="l">
              <a:defRPr sz="1650" b="1" i="0">
                <a:solidFill>
                  <a:srgbClr val="F2631F"/>
                </a:solidFill>
              </a:defRPr>
            </a:lvl5pPr>
            <a:lvl6pPr algn="l">
              <a:defRPr sz="1650" b="1" i="0">
                <a:solidFill>
                  <a:srgbClr val="F2631F"/>
                </a:solidFill>
              </a:defRPr>
            </a:lvl6pPr>
            <a:lvl7pPr algn="l">
              <a:defRPr sz="1650" b="1" i="0">
                <a:solidFill>
                  <a:srgbClr val="F2631F"/>
                </a:solidFill>
              </a:defRPr>
            </a:lvl7pPr>
            <a:lvl8pPr algn="l">
              <a:defRPr sz="1650" b="1" i="0">
                <a:solidFill>
                  <a:srgbClr val="F2631F"/>
                </a:solidFill>
              </a:defRPr>
            </a:lvl8pPr>
            <a:lvl9pPr algn="l">
              <a:defRPr sz="1650" b="1" i="0">
                <a:solidFill>
                  <a:srgbClr val="F2631F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F2631F"/>
                </a:solidFill>
              </a:defRPr>
            </a:pPr>
            <a:r>
              <a:rPr sz="1650" b="1" i="0">
                <a:solidFill>
                  <a:srgbClr val="F2631F"/>
                </a:solidFill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9C94E1-10DF-42A2-B6A4-D0E2375B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1470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8"/>
                </a:solidFill>
              </a:defRPr>
            </a:defPPr>
            <a:lvl1pPr algn="l">
              <a:defRPr sz="1425" b="1" i="0">
                <a:solidFill>
                  <a:srgbClr val="FFFDF8"/>
                </a:solidFill>
              </a:defRPr>
            </a:lvl1pPr>
            <a:lvl2pPr algn="l">
              <a:defRPr sz="1425" b="1" i="0">
                <a:solidFill>
                  <a:srgbClr val="FFFDF8"/>
                </a:solidFill>
              </a:defRPr>
            </a:lvl2pPr>
            <a:lvl3pPr algn="l">
              <a:defRPr sz="1425" b="1" i="0">
                <a:solidFill>
                  <a:srgbClr val="FFFDF8"/>
                </a:solidFill>
              </a:defRPr>
            </a:lvl3pPr>
            <a:lvl4pPr algn="l">
              <a:defRPr sz="1425" b="1" i="0">
                <a:solidFill>
                  <a:srgbClr val="FFFDF8"/>
                </a:solidFill>
              </a:defRPr>
            </a:lvl4pPr>
            <a:lvl5pPr algn="l">
              <a:defRPr sz="1425" b="1" i="0">
                <a:solidFill>
                  <a:srgbClr val="FFFDF8"/>
                </a:solidFill>
              </a:defRPr>
            </a:lvl5pPr>
            <a:lvl6pPr algn="l">
              <a:defRPr sz="1425" b="1" i="0">
                <a:solidFill>
                  <a:srgbClr val="FFFDF8"/>
                </a:solidFill>
              </a:defRPr>
            </a:lvl6pPr>
            <a:lvl7pPr algn="l">
              <a:defRPr sz="1425" b="1" i="0">
                <a:solidFill>
                  <a:srgbClr val="FFFDF8"/>
                </a:solidFill>
              </a:defRPr>
            </a:lvl7pPr>
            <a:lvl8pPr algn="l">
              <a:defRPr sz="1425" b="1" i="0">
                <a:solidFill>
                  <a:srgbClr val="FFFDF8"/>
                </a:solidFill>
              </a:defRPr>
            </a:lvl8pPr>
            <a:lvl9pPr algn="l">
              <a:defRPr sz="1425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FFDF8"/>
                </a:solidFill>
              </a:defRPr>
            </a:pPr>
            <a:r>
              <a:rPr sz="1425" b="1" i="0">
                <a:solidFill>
                  <a:srgbClr val="FFFDF8"/>
                </a:solidFill>
              </a:rPr>
              <a:t>Desplegar instancias XLM y USDC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CB2BE9-EDDF-4B19-93D5-632D0D10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57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F2631F"/>
                </a:solidFill>
              </a:defRPr>
            </a:defPPr>
            <a:lvl1pPr algn="l">
              <a:defRPr sz="1650" b="1" i="0">
                <a:solidFill>
                  <a:srgbClr val="F2631F"/>
                </a:solidFill>
              </a:defRPr>
            </a:lvl1pPr>
            <a:lvl2pPr algn="l">
              <a:defRPr sz="1650" b="1" i="0">
                <a:solidFill>
                  <a:srgbClr val="F2631F"/>
                </a:solidFill>
              </a:defRPr>
            </a:lvl2pPr>
            <a:lvl3pPr algn="l">
              <a:defRPr sz="1650" b="1" i="0">
                <a:solidFill>
                  <a:srgbClr val="F2631F"/>
                </a:solidFill>
              </a:defRPr>
            </a:lvl3pPr>
            <a:lvl4pPr algn="l">
              <a:defRPr sz="1650" b="1" i="0">
                <a:solidFill>
                  <a:srgbClr val="F2631F"/>
                </a:solidFill>
              </a:defRPr>
            </a:lvl4pPr>
            <a:lvl5pPr algn="l">
              <a:defRPr sz="1650" b="1" i="0">
                <a:solidFill>
                  <a:srgbClr val="F2631F"/>
                </a:solidFill>
              </a:defRPr>
            </a:lvl5pPr>
            <a:lvl6pPr algn="l">
              <a:defRPr sz="1650" b="1" i="0">
                <a:solidFill>
                  <a:srgbClr val="F2631F"/>
                </a:solidFill>
              </a:defRPr>
            </a:lvl6pPr>
            <a:lvl7pPr algn="l">
              <a:defRPr sz="1650" b="1" i="0">
                <a:solidFill>
                  <a:srgbClr val="F2631F"/>
                </a:solidFill>
              </a:defRPr>
            </a:lvl7pPr>
            <a:lvl8pPr algn="l">
              <a:defRPr sz="1650" b="1" i="0">
                <a:solidFill>
                  <a:srgbClr val="F2631F"/>
                </a:solidFill>
              </a:defRPr>
            </a:lvl8pPr>
            <a:lvl9pPr algn="l">
              <a:defRPr sz="1650" b="1" i="0">
                <a:solidFill>
                  <a:srgbClr val="F2631F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F2631F"/>
                </a:solidFill>
              </a:defRPr>
            </a:pPr>
            <a:r>
              <a:rPr sz="1650" b="1" i="0">
                <a:solidFill>
                  <a:srgbClr val="F263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6E61BA-7321-400D-BBC0-B320A37C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8"/>
                </a:solidFill>
              </a:defRPr>
            </a:defPPr>
            <a:lvl1pPr algn="l">
              <a:defRPr sz="1425" b="1" i="0">
                <a:solidFill>
                  <a:srgbClr val="FFFDF8"/>
                </a:solidFill>
              </a:defRPr>
            </a:lvl1pPr>
            <a:lvl2pPr algn="l">
              <a:defRPr sz="1425" b="1" i="0">
                <a:solidFill>
                  <a:srgbClr val="FFFDF8"/>
                </a:solidFill>
              </a:defRPr>
            </a:lvl2pPr>
            <a:lvl3pPr algn="l">
              <a:defRPr sz="1425" b="1" i="0">
                <a:solidFill>
                  <a:srgbClr val="FFFDF8"/>
                </a:solidFill>
              </a:defRPr>
            </a:lvl3pPr>
            <a:lvl4pPr algn="l">
              <a:defRPr sz="1425" b="1" i="0">
                <a:solidFill>
                  <a:srgbClr val="FFFDF8"/>
                </a:solidFill>
              </a:defRPr>
            </a:lvl4pPr>
            <a:lvl5pPr algn="l">
              <a:defRPr sz="1425" b="1" i="0">
                <a:solidFill>
                  <a:srgbClr val="FFFDF8"/>
                </a:solidFill>
              </a:defRPr>
            </a:lvl5pPr>
            <a:lvl6pPr algn="l">
              <a:defRPr sz="1425" b="1" i="0">
                <a:solidFill>
                  <a:srgbClr val="FFFDF8"/>
                </a:solidFill>
              </a:defRPr>
            </a:lvl6pPr>
            <a:lvl7pPr algn="l">
              <a:defRPr sz="1425" b="1" i="0">
                <a:solidFill>
                  <a:srgbClr val="FFFDF8"/>
                </a:solidFill>
              </a:defRPr>
            </a:lvl7pPr>
            <a:lvl8pPr algn="l">
              <a:defRPr sz="1425" b="1" i="0">
                <a:solidFill>
                  <a:srgbClr val="FFFDF8"/>
                </a:solidFill>
              </a:defRPr>
            </a:lvl8pPr>
            <a:lvl9pPr algn="l">
              <a:defRPr sz="1425" b="1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FFDF8"/>
                </a:solidFill>
              </a:defRPr>
            </a:pPr>
            <a:r>
              <a:rPr sz="1425" b="1" i="0">
                <a:solidFill>
                  <a:srgbClr val="FFFDF8"/>
                </a:solidFill>
              </a:rPr>
              <a:t>Actualizar AWS y generar APK final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9F4FA1-9A4F-4414-B62D-9F26FD6C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76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A89F92"/>
                </a:solidFill>
              </a:defRPr>
            </a:defPPr>
            <a:lvl1pPr algn="l">
              <a:defRPr sz="975" b="1" i="0">
                <a:solidFill>
                  <a:srgbClr val="A89F92"/>
                </a:solidFill>
              </a:defRPr>
            </a:lvl1pPr>
            <a:lvl2pPr algn="l">
              <a:defRPr sz="975" b="1" i="0">
                <a:solidFill>
                  <a:srgbClr val="A89F92"/>
                </a:solidFill>
              </a:defRPr>
            </a:lvl2pPr>
            <a:lvl3pPr algn="l">
              <a:defRPr sz="975" b="1" i="0">
                <a:solidFill>
                  <a:srgbClr val="A89F92"/>
                </a:solidFill>
              </a:defRPr>
            </a:lvl3pPr>
            <a:lvl4pPr algn="l">
              <a:defRPr sz="975" b="1" i="0">
                <a:solidFill>
                  <a:srgbClr val="A89F92"/>
                </a:solidFill>
              </a:defRPr>
            </a:lvl4pPr>
            <a:lvl5pPr algn="l">
              <a:defRPr sz="975" b="1" i="0">
                <a:solidFill>
                  <a:srgbClr val="A89F92"/>
                </a:solidFill>
              </a:defRPr>
            </a:lvl5pPr>
            <a:lvl6pPr algn="l">
              <a:defRPr sz="975" b="1" i="0">
                <a:solidFill>
                  <a:srgbClr val="A89F92"/>
                </a:solidFill>
              </a:defRPr>
            </a:lvl6pPr>
            <a:lvl7pPr algn="l">
              <a:defRPr sz="975" b="1" i="0">
                <a:solidFill>
                  <a:srgbClr val="A89F92"/>
                </a:solidFill>
              </a:defRPr>
            </a:lvl7pPr>
            <a:lvl8pPr algn="l">
              <a:defRPr sz="975" b="1" i="0">
                <a:solidFill>
                  <a:srgbClr val="A89F92"/>
                </a:solidFill>
              </a:defRPr>
            </a:lvl8pPr>
            <a:lvl9pPr algn="l">
              <a:defRPr sz="975" b="1" i="0">
                <a:solidFill>
                  <a:srgbClr val="A89F92"/>
                </a:solidFill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89F92"/>
                </a:solidFill>
              </a:defRPr>
            </a:pPr>
            <a:r>
              <a:rPr sz="975" b="1" i="0">
                <a:solidFill>
                  <a:srgbClr val="A89F92"/>
                </a:solidFill>
              </a:rPr>
              <a:t>Cuenta prevista de despliegue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DBEEE0-8843-4115-9F32-FE46C9BF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435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 i="0">
                <a:solidFill>
                  <a:srgbClr val="FFFDF8"/>
                </a:solidFill>
              </a:defRPr>
            </a:defPPr>
            <a:lvl1pPr algn="l">
              <a:defRPr sz="825" b="0" i="0">
                <a:solidFill>
                  <a:srgbClr val="FFFDF8"/>
                </a:solidFill>
              </a:defRPr>
            </a:lvl1pPr>
            <a:lvl2pPr algn="l">
              <a:defRPr sz="825" b="0" i="0">
                <a:solidFill>
                  <a:srgbClr val="FFFDF8"/>
                </a:solidFill>
              </a:defRPr>
            </a:lvl2pPr>
            <a:lvl3pPr algn="l">
              <a:defRPr sz="825" b="0" i="0">
                <a:solidFill>
                  <a:srgbClr val="FFFDF8"/>
                </a:solidFill>
              </a:defRPr>
            </a:lvl3pPr>
            <a:lvl4pPr algn="l">
              <a:defRPr sz="825" b="0" i="0">
                <a:solidFill>
                  <a:srgbClr val="FFFDF8"/>
                </a:solidFill>
              </a:defRPr>
            </a:lvl4pPr>
            <a:lvl5pPr algn="l">
              <a:defRPr sz="825" b="0" i="0">
                <a:solidFill>
                  <a:srgbClr val="FFFDF8"/>
                </a:solidFill>
              </a:defRPr>
            </a:lvl5pPr>
            <a:lvl6pPr algn="l">
              <a:defRPr sz="825" b="0" i="0">
                <a:solidFill>
                  <a:srgbClr val="FFFDF8"/>
                </a:solidFill>
              </a:defRPr>
            </a:lvl6pPr>
            <a:lvl7pPr algn="l">
              <a:defRPr sz="825" b="0" i="0">
                <a:solidFill>
                  <a:srgbClr val="FFFDF8"/>
                </a:solidFill>
              </a:defRPr>
            </a:lvl7pPr>
            <a:lvl8pPr algn="l">
              <a:defRPr sz="825" b="0" i="0">
                <a:solidFill>
                  <a:srgbClr val="FFFDF8"/>
                </a:solidFill>
              </a:defRPr>
            </a:lvl8pPr>
            <a:lvl9pPr algn="l">
              <a:defRPr sz="825" b="0" i="0">
                <a:solidFill>
                  <a:srgbClr val="FFFDF8"/>
                </a:solidFill>
              </a:defRPr>
            </a:lvl9pPr>
          </a:lstStyle>
          <a:p xmlns:a="http://schemas.openxmlformats.org/drawingml/2006/main">
            <a:pPr algn="l">
              <a:defRPr sz="825" b="0" i="0">
                <a:solidFill>
                  <a:srgbClr val="FFFDF8"/>
                </a:solidFill>
              </a:defRPr>
            </a:pPr>
            <a:r>
              <a:rPr sz="825" b="0" i="0">
                <a:solidFill>
                  <a:srgbClr val="FFFDF8"/>
                </a:solidFill>
              </a:rPr>
              <a:t>GBJBANDW2HTOTULIDH4CWSIEXXSGVTJTR2IFEIRJCQDX3NXDP63KQ6DK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C43E49-FC4F-474E-8915-727515E4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0F4A33"/>
                </a:solidFill>
              </a:defRPr>
            </a:defPPr>
            <a:lvl1pPr algn="l">
              <a:defRPr sz="1200" b="1" i="0">
                <a:solidFill>
                  <a:srgbClr val="0F4A33"/>
                </a:solidFill>
              </a:defRPr>
            </a:lvl1pPr>
            <a:lvl2pPr algn="l">
              <a:defRPr sz="1200" b="1" i="0">
                <a:solidFill>
                  <a:srgbClr val="0F4A33"/>
                </a:solidFill>
              </a:defRPr>
            </a:lvl2pPr>
            <a:lvl3pPr algn="l">
              <a:defRPr sz="1200" b="1" i="0">
                <a:solidFill>
                  <a:srgbClr val="0F4A33"/>
                </a:solidFill>
              </a:defRPr>
            </a:lvl3pPr>
            <a:lvl4pPr algn="l">
              <a:defRPr sz="1200" b="1" i="0">
                <a:solidFill>
                  <a:srgbClr val="0F4A33"/>
                </a:solidFill>
              </a:defRPr>
            </a:lvl4pPr>
            <a:lvl5pPr algn="l">
              <a:defRPr sz="1200" b="1" i="0">
                <a:solidFill>
                  <a:srgbClr val="0F4A33"/>
                </a:solidFill>
              </a:defRPr>
            </a:lvl5pPr>
            <a:lvl6pPr algn="l">
              <a:defRPr sz="1200" b="1" i="0">
                <a:solidFill>
                  <a:srgbClr val="0F4A33"/>
                </a:solidFill>
              </a:defRPr>
            </a:lvl6pPr>
            <a:lvl7pPr algn="l">
              <a:defRPr sz="1200" b="1" i="0">
                <a:solidFill>
                  <a:srgbClr val="0F4A33"/>
                </a:solidFill>
              </a:defRPr>
            </a:lvl7pPr>
            <a:lvl8pPr algn="l">
              <a:defRPr sz="1200" b="1" i="0">
                <a:solidFill>
                  <a:srgbClr val="0F4A33"/>
                </a:solidFill>
              </a:defRPr>
            </a:lvl8pPr>
            <a:lvl9pPr algn="l">
              <a:defRPr sz="1200" b="1" i="0">
                <a:solidFill>
                  <a:srgbClr val="0F4A33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0F4A33"/>
                </a:solidFill>
              </a:defRPr>
            </a:pPr>
            <a:r>
              <a:rPr sz="1200" b="1" i="0">
                <a:solidFill>
                  <a:srgbClr val="0F4A33"/>
                </a:solidFill>
              </a:rPr>
              <a:t>Conclusión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A711EE-2EEE-41D1-B106-6AC5E9FD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9775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6130F"/>
                </a:solidFill>
              </a:defRPr>
            </a:defPPr>
            <a:lvl1pPr algn="l">
              <a:defRPr sz="1275" b="0" i="0">
                <a:solidFill>
                  <a:srgbClr val="16130F"/>
                </a:solidFill>
              </a:defRPr>
            </a:lvl1pPr>
            <a:lvl2pPr algn="l">
              <a:defRPr sz="1275" b="0" i="0">
                <a:solidFill>
                  <a:srgbClr val="16130F"/>
                </a:solidFill>
              </a:defRPr>
            </a:lvl2pPr>
            <a:lvl3pPr algn="l">
              <a:defRPr sz="1275" b="0" i="0">
                <a:solidFill>
                  <a:srgbClr val="16130F"/>
                </a:solidFill>
              </a:defRPr>
            </a:lvl3pPr>
            <a:lvl4pPr algn="l">
              <a:defRPr sz="1275" b="0" i="0">
                <a:solidFill>
                  <a:srgbClr val="16130F"/>
                </a:solidFill>
              </a:defRPr>
            </a:lvl4pPr>
            <a:lvl5pPr algn="l">
              <a:defRPr sz="1275" b="0" i="0">
                <a:solidFill>
                  <a:srgbClr val="16130F"/>
                </a:solidFill>
              </a:defRPr>
            </a:lvl5pPr>
            <a:lvl6pPr algn="l">
              <a:defRPr sz="1275" b="0" i="0">
                <a:solidFill>
                  <a:srgbClr val="16130F"/>
                </a:solidFill>
              </a:defRPr>
            </a:lvl6pPr>
            <a:lvl7pPr algn="l">
              <a:defRPr sz="1275" b="0" i="0">
                <a:solidFill>
                  <a:srgbClr val="16130F"/>
                </a:solidFill>
              </a:defRPr>
            </a:lvl7pPr>
            <a:lvl8pPr algn="l">
              <a:defRPr sz="1275" b="0" i="0">
                <a:solidFill>
                  <a:srgbClr val="16130F"/>
                </a:solidFill>
              </a:defRPr>
            </a:lvl8pPr>
            <a:lvl9pPr algn="l">
              <a:defRPr sz="1275" b="0" i="0">
                <a:solidFill>
                  <a:srgbClr val="16130F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6130F"/>
                </a:solidFill>
              </a:defRPr>
            </a:pPr>
            <a:r>
              <a:rPr sz="1275" b="0" i="0">
                <a:solidFill>
                  <a:srgbClr val="16130F"/>
                </a:solidFill>
              </a:rPr>
              <a:t>El contrato está listo para integración en Testnet. El bloqueo de mainnet es operativo, no de lógica del escrow.</a:t>
            </a:r>
          </a:p>
        </p:txBody>
      </p:sp>
    </p:spTree>
    <p:extLst>
      <p:ext uri="{BB962C8B-B14F-4D97-AF65-F5344CB8AC3E}">
        <p14:creationId xmlns:p14="http://schemas.microsoft.com/office/powerpoint/2010/main" val="1672762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2026-10-29T00:16:36.5020000Z</dcterms:created>
  <dcterms:modified xsi:type="dcterms:W3CDTF">2026-10-29T00:16:36.5020000Z</dcterms:modified>
</coreProperties>
</file>